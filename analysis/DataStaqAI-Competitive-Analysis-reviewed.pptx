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COMPETITIVE ANALYSIS · AI-ANALYST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424160" cy="1645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Where DataStaqAI Plays —
Quantified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82880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E0F7F1"/>
                </a:solidFill>
                <a:latin typeface="Calibri"/>
              </a:rPr>
              <a:t>25 use cases · posture mix · price-floor gap · TAM · opportunity 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Method &amp;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Source-traceable, judgment labeled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11094415" cy="4114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Dataset: 25 use cases; figures traced to the 6 COMPETITIVE_*.md deep-research files. Blanks = no clean public figure (not zero).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Tie-out: 25 use cases load (Customer 5 · Employee 5 · Creative 4 · Code 3 · Data 4 · Security 4).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One unit error caught and removed: Salesforce CPQ $200 is per-seat/mo, not an annual floor.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•  Competitive density is a judgment call from funding/competitor counts — not a measured index.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DataStaqAI · Competitive Analysis (AI-Analyst)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Our motion is integration, not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20 of 25 use cases are INTEGRATE+WORKFLOW; only 2 are BUILD</a:t>
            </a:r>
          </a:p>
        </p:txBody>
      </p:sp>
      <p:pic>
        <p:nvPicPr>
          <p:cNvPr id="7" name="Picture 6" descr="chart1_posture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247" y="1554480"/>
            <a:ext cx="8077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sit below every incumbent floor but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Widest gaps: Legal $360K/yr and NL-Analytics $150K/yr</a:t>
            </a:r>
          </a:p>
        </p:txBody>
      </p:sp>
      <p:pic>
        <p:nvPicPr>
          <p:cNvPr id="7" name="Picture 6" descr="chart2_price_floo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269" y="1554480"/>
            <a:ext cx="895515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biggest sourced markets aren't the crowded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Travel, research, fraud, low-code dwarf the crowded agent lanes</a:t>
            </a:r>
          </a:p>
        </p:txBody>
      </p:sp>
      <p:pic>
        <p:nvPicPr>
          <p:cNvPr id="7" name="Picture 6" descr="chart3_tam_by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35" y="1554480"/>
            <a:ext cx="858202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two BUILD plays own the open lane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Lowest density + owned-code outcome; rivals are Global-2000-only</a:t>
            </a:r>
          </a:p>
        </p:txBody>
      </p:sp>
      <p:pic>
        <p:nvPicPr>
          <p:cNvPr id="7" name="Picture 6" descr="chart4_opportun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835" y="1554480"/>
            <a:ext cx="858202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VC has concentrated in Security and 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Security $1.9B, Creative $1.2B, Customer $1.0B raised — out-integrate, don't out-raise</a:t>
            </a:r>
          </a:p>
        </p:txBody>
      </p:sp>
      <p:pic>
        <p:nvPicPr>
          <p:cNvPr id="7" name="Picture 6" descr="chart5_funding_by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053" y="1554480"/>
            <a:ext cx="856558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don't out-build these valuations — we wire them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Sierra $15.8B, Harvey $11B, Glean $7.2B, Vanta $4.2B lead the agent-natives</a:t>
            </a:r>
          </a:p>
        </p:txBody>
      </p:sp>
      <p:pic>
        <p:nvPicPr>
          <p:cNvPr id="7" name="Picture 6" descr="chart6_valuation_l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741" y="1554480"/>
            <a:ext cx="771821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Agent-natives carry rich multiples — the bubble we sell around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High valuation per $ of ARR; the integration layer is the unfunded gap</a:t>
            </a:r>
          </a:p>
        </p:txBody>
      </p:sp>
      <p:pic>
        <p:nvPicPr>
          <p:cNvPr id="7" name="Picture 6" descr="chart7_valuation_vs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939" y="1554480"/>
            <a:ext cx="814181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Recommendation — where to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572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•  Lead with the BUILD plays (#16 Legacy modernization, #17 Low-code escape): low density + owned-code outcome + competitors that skip the mid-market. Highest defensibility.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•  In crowded REPLACE lanes (legal, conversational support, code review): don't out-agent the funded natives — win on mid-market price (below $40–360K floors) + integration + client owns the outcome.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•  KEEP / enrichment lanes (SIEM, fraud, predictive ops, GRC, DAM): DEPLOY+TUNE for regulated buyers — 'make the investment you already made finally pay off.'</a:t>
            </a:r>
          </a:p>
          <a:p>
            <a:pPr algn="l">
              <a:lnSpc>
                <a:spcPct val="105000"/>
              </a:lnSpc>
              <a:spcBef>
                <a:spcPts val="1000"/>
              </a:spcBef>
            </a:pPr>
            <a:r>
              <a:rPr sz="1400" b="0" i="0">
                <a:solidFill>
                  <a:srgbClr val="E0F7F1"/>
                </a:solidFill>
                <a:latin typeface="Calibri"/>
              </a:rPr>
              <a:t>•  Don't price-compete in GRC ($4K floor): anchor on integration + source-grounded evidence provenance.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DataStaqAI · Competitive Analysis (AI-Analyst)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Attention and market size are misaligned.
That gap is the integrator's opening.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E0F7F1"/>
                </a:solidFill>
                <a:latin typeface="Calibri"/>
              </a:rPr>
              <a:t>DataStaqAI · done-for-you AI engineering · ~$2–5k/mo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