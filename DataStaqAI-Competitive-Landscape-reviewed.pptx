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COMPETITIVE LANDSCAPE &amp;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Agentic Use Cases:
The Incumbents, The Challengers, The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DataStaqAI — the done-for-you delivery layer for the agent 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25 use cases · 6 agent clusters · sourced competitor profiles, pricing, funding &amp; gaps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thesis: every category split — and both sides left the same hole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Why a delivery layer wins the agent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Incumbents (Zendesk, Salesforce, Westlaw, Splunk, Workday, OutSystems, Looker) bolt AI onto the seat they defend — they will not cannibalise their own seat revenue.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AI-native point solutions (Sierra ~$15.8B, Decagon $4.5B, Harvey $11B, Glean $7.2B, Torq, Vanta, Feedzai) build great agents — but enterprise-first, six-figure, and sold as products you must integrate, tune, own and operate.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Both leave the mid-market underserved: priced out of $50K–$600K floors, no engineering bandwidth to integrate across systems, and unwilling to run yet another silo.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DataStaqAI's wedge: the done-for-you delivery layer — we wire best-of-breed agents into your systems of record, own the client-specific workflow + governance, and run it. Outcome, not a subscription.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178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white space is now proven, not asserted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market has already conceded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AI-natives are shipping 'managed / done-for-you' tiers because mid-market buyers can't operate the agents alone — Crescendo (BPO, bought PartnerHero's 3,000 CX staff), Botpress &amp; Maven 'Managed', Decagon forward-deployed engineers, Sierra six-figure services.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Mechanical Orchard — the best-funded behavior-first modernizer — says its platform is 'built to be operated and delivered by system integrators,' and serves only the Global 2000. The leading method requires a delivery layer.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Frontier models kill thin wrappers, not data fortresses: Anthropic's Claude legal plug-ins triggered a ~$285B incumbent selloff, yet Thomson Reuters' and Glean's context moats held. So sell delivery + governed context + workflow ON TOP of the systems — never a wrapper.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 floors are collapsing ($0.40–1.50 per resolution; $10/mo travel agents). 'Managed' and 'cheap' are becoming table stakes — the defensible anchor is integration + workflow ownership + governance + the client owns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the market competes — the patterns that repeat in every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Read these once; they recur on every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 is bifurcating, not converging: enterprise ACV ($50K–$4.8M/yr) vs usage/outcome ($0.40–1.50/resolution). The model you pick sets unit economics for years.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AI-natives sit ON TOP of the incumbent's system of record (separate helpdesk; warehouse-locked text-to-SQL). Integration + a second tool is the hidden TCO.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model is no longer the moat — governed context is. Text-to-SQL scores ~87% on toy data but ~10% on real enterprise schemas; accuracy comes from the semantic layer.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'Automated' often means 'organized manual work' — e.g. GRC evidence that's a manually-uploaded screenshot; the integration breaks silently and the dashboard stays green.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Build-vs-buy is unresolved for the buyer: incumbents win on distribution/compliance, AI-natives on agent quality; 58% run both. Nobody sells the delivery of the combination.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five recurring gaps — this is the opportunity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cluster is a variation on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G1 — Mid-market is underserved: priced out of six-figure floors (Glean $40K+, Harvey ~$360K, Cresta 100-seat min, Revenue Cloud $200/seat).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G2 — No engineering bandwidth to integrate/own: AI-natives require dedicated agent engineers; GRC blockers are integration + skills, not appetite.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G3 — Point solutions don't span the buyer's systems: warehouse-locked analytics; agents needing a separate helpdesk.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G4 — Products, not outcomes: managed/BPO tiers out-positioning pure platforms; 'neither replaces a security program.'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G5 — Governed context / provenance is the real, unglamorous work: the semantic layer drives accuracy; source-grounded evidence beats screenshots.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CLUSTER · CUSTOMER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Customer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Tier-1 customer-facing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Customer cluster — the one-slide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Use case · Incumbent seat · AI-native floor · Mid-market gap · DataStaqAI posture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--- · --- · --- · --- · ---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Conversational support · Zendesk $19–115/agent + $50 Copilot; $1.50/res · Sierra ~$150K+; Decagon $95–590K; Maven $25K min · priced &amp; staffed out; AI-native needs a separate helpdesk + agent-eng team · INTEGRATE+WORKFLOW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FAQ / KB deflection · Standalone KB bolt-ons (no change-detection) · eesel $0.40/ticket; Vidocu $100/mo · KB-only deflection caps without data-layer wiring; product-change signal unowned · INTEGRATE+WORKFLOW (RENEGOTIATE)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178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Customer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Guided-selling / CPQ · Salesforce Revenue Cloud $200/seat (EOS overhang) · DealHub $100M-funded, opaque; Conga $35, servicePath $75 · $200/seat + $250–750K reimplementation out of reach; every tool still a seat reps avoid · INTEGRATE+WORKFLOW (REPLACE seat)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Travel booking / itinerary · Sabre/Amadeus/Travelport GDS (the SoR) · Otto $10/mo seed-stage; Mindtrip $22.5M · TMCs too expensive for SMB; mid-trip exchange/reissue unowned · INTEGRATE+WORKFLOW (REPLACE seat, keep GDS)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Messaging / CCaaS bot · Intercom/Drift seats; Botpress builder · Botpress $89–1,495/mo + AI Spend · "more tool than a team needs"; 200–400-hr JSON migration hostage · INTEGRATE+WORKFLOW (REPLACE builder)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single sharpest, evidence-backed truth across all five: the AI-natives have already conceded DataStaqAI's thesis by launching managed/done-for-you tiers (Crescendo's BPO, Maven &amp; Botpress "Managed," Decagon's forward-deployed engineers, Sierra's six-figure implementation services). The market has proven that mid-market buyers cannot operate these agents alone. DataStaqAI's differentiation is to deliver that same managed outcome as an engineering agency at $2–5k/mo — wiring best-of-breed agents across the client's systems of record, owning the client-specific workflow + governance, at a price the 6-figure platforms and the BPO-managed tiers can't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178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CUSTOMER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AI-driven customer-support-agent market was ~$15.82B in 2025, projected to $19.48B in 2026 and $126.82B by 2035 at a 23.14% CAGR (Precedence Research). A parallel cut — "AI for customer service" — was $13.0B in 2024 → $83.9B by 2033 at 23.2% CAGR (Grand View Research). The narrower platform-layer of CX agents (the middleware DataStaqAI competes against) was just $1.358B in 2025 → $10.17B by 2032 at 33.8% CAGR (QY Research). Bret Taylor frames the prize as ~$400B spent annually on customer service, "a bulk of which is moving to AI agents" (CNBC). What orgs are pursuing: autonomous tier-1 resolution with vendor incentives aligned to outcomes — and the whole category is mid-migration from per-seat to per-resolution pricing.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178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Zendesk. Core is seat-based: $19–$115/agent/mo (Support Team → Suite Professional), Copilot add-on $50/agent/mo. At Relate 2026 (announced May 19, 2026) Zendesk shifted AI to $1.50 per verified automated resolution (committed) / $2.00 pay-as-you-go, plus a mandatory $50/agent/mo Advanced AI add-on, with double-verification (the AI confirms, a separate model validates). Zendesk serves ~20,000 customers, has ~$200M AI revenue, and projects $500M AI ARR in 2026 (+150% YoY) (The SaaS Sentinel; AgentMarketCap). It acquired Forethought in March 2026 (all-cash, its largest acquisition in ~20 years per TechCrunch). The bolt-on tax is real: a Forethought-on-Zendesk stack modeled at ~$8,520/mo / ~$102K/yr once you add Suite seats + platform fee + deflection usage + Assist + QA + maintenance FTE (Chatarmin).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Salesforce Agentforce. Two models: $2 per conversation, or Flex Credits ($500/100,000 credits; one action = 20 credits ≈ $0.10/action). The Service add-on is $125/user/mo on top of an Enterprise license ($175/user/mo) = $300/user/mo before consumption; the Agentforce 1 Service bundle is $550/user/mo (eesel; Salesforce). Salesforce's own survey: 90% of CIOs say managing AI costs limits their ability to drive value — the buyer pain the bolt-on creates.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HubSpot dropped its Customer Agent to $0.50/resolution (April 2026) — the most aggressive incumbent price (AgentMarketCap). Freshdesk Freddy plays the SMB end (referenced across comparisons).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Sierra — the category's valuation bellwether. Founded Feb 2023 by Bret Taylor (ex-Salesforce co-CEO, OpenAI board chair) + Clay Bavor (ex-Google). $950M Series E in May 2026 at ~$15.8B post-money (Tiger Global + GV; total raised &gt;$1B), tripling from $4.5B 18 months earlier. ARR ~$165M one month into its 9th quarter; crossed $150M ARR in 8 quarters. &gt;40% of the Fortune 50 are customers; ~500 FTE. How it works: a "constellation of models" plus fine-tuned proprietary layers; Agent OS 2.0, Agent SDK, Agent Studio, Ghostwriter ("an agent that builds agents," March 2026), Agent Data Platform, voice + Live Assist. Pricing: outcome/resolution-based, no public price; third-party guides cite a ~$150K annual floor, $50–200K setup, $200–350K typical year-one, seven figures for F500, effective ~$1.50–3.00/resolution. Strength: category legitimacy, breadth, the "agent-as-process-of-record" narrative. Weakness (per Adaptation AI/TopReviewed): "a managed service wearing a software wrapper"; outcome pricing only works when "resolved" is unambiguous and Sierra controls the definition; deployment needs an enterprise-grade team. (CNBC, sierra.ai, adaptation.ai, topreviewed.ai, cmswire.com)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Decagon — $250M Series D in Jan 2026 at $4.5B (Coatue + Index; ~$481M raised total, prior Series C $131M at $1.5B June 2025). ARR ~$35M (Oct 2025), up from $10M end-2024 (3x YoY); 100+ new enterprise customers in 2025. Named customers: Notion, Duolingo, Rippling, Bilt, Eventbrite, Substack, Oura, Affirm, Chime, Avis Budget, Block, Deutsche Telekom, Mercado Libre. How it works: Agent Operating Procedures (AOPs) — workflows defined in natural language, not config code; Duet Autopilot self-improving agents; Watchtower QA. Pricing: $50K annual platform fee, then per-conversation (~$0.99, the default/most popular) or per-resolution (~$0.50 enterprise); Vendr median $386K, range $95K–$590K+; no free trial, no self-serve. Proof: Duolingo hit 80% chat deflection, live in one month (vs a prior vendor that took a year and still couldn't launch chat). Weakness: enterprise-only, six-figure floor, "gray areas lead to billing disagreements" on what a resolution is. (Sacra, fin.ai, decagon.ai)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Intercom Fin — the usage-price standard-setter. $0.99 per outcome (evolved from "resolution" to "outcome" March 2026 to also count Procedures/handoffs), no seat/setup/platform fees, set up in under an hour on your existing helpdesk, min 50 outcomes/mo. 7,000+ teams; avg resolution rate 76% (Intercom's own data; an independent tally cites 66% across 40M+ conversations). Fin 3 (April 2026) hits 73% at the top tier. Strength: lowest published enterprise-credible price, tight Intercom integration, transparent. Weakness: usage bill grows with success and is hard to forecast; best inside the Intercom ecosystem. (intercom.com, callsphere.ai, virtualassistantva.com, gleap.io)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Ada — $1.2B valuation (Series C, May 2021, Tiger Global; ~$202M raised total). How it works: a proprietary Reasoning Engine orchestrating multiple LLMs, selecting a response path and executing multi-step "Actions"; pulls live data via integrations. Pricing: outcome-based, ~$1–$3.50/resolution, ~$30K/yr minimum (Salesforce AppExchange listing), $100–300K+/yr at enterprise scale; opaque. Customers: Meta, Square, Mailchimp, Verizon, Shopify, Canva, Yeti, Afterpay; 4.2B+ conversations automated, up to 77–84% automated resolution. Weakness: SiteGPT review rates pricing value 2/5 — "expensive fast, opaque, unpredictable"; implementation is a project. (Sacra, featurebase.app, contrary.com, sitegpt.ai)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Forethought — now an incumbent appendage. Founded 2017, raised $115M+, acquired by Zendesk March 2026 (all-cash). How it works: SupportGPT = LLMs + RAG + per-customer fine-tuned models on Amazon SageMaker; multi-agent (Solve/Triage/Assist/Discover). Pricing: opaque, Vendr median ~$59,500/yr (range $40–160K), hybrid platform fee + ~$0.12/deflection; requires 20,000+ historical tickets and 2,000+/mo, 30–90 day setup. Customers: Upwork, Grammarly, Airtable, Datadog, UPS, Cohere, Cotopaxi; $1B+ cumulative customer ROI. Weakness: high data threshold, slow setup, "stark gap between buyer satisfaction and end-user experience." (Chatarmin, myaskai.com, businesswire.com)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Crescendo — the managed-service proof the white space is real. $50M Series C (Oct 2024) at $500M (General Catalyst); same month acquired PartnerHero (200+ customers, 3,000 human CX professionals). Model: fully-managed AI-native contact center, blended AI + human, outcome-guaranteed (dissatisfied interactions auto-credited). Pricing: starts $2.99/resolution all-in, negotiated $1.25–$2.25/resolution at volume; ~$2,900/mo service minimum cited; ~90% autonomous resolution, 99.8% accuracy, live in ~2 weeks. Positioning lift (June 2026): strategic partnership with Alorica for enterprise voice/chat. Strength: "you don't run it, we do." Weakness: it's a BPO — no cheap self-serve entry, you can't operate it yourself. (Sacra, crescendo.ai, dirr.ai)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Twig — explicit mid-market wedge. $5/ticket, 100-answer free tier, 30-minute self-serve setup, 30+ integrations, 7-dimension accuracy scoring; backed by Race Capital and Path VC. Twig's own market read (citing CB Insights, Jan 2026): the category is fragmented — no vendor holds &gt;18.8% share; "mid-market B2B SaaS teams are stuck between two bad options." Twig's TCO table: at 2,000 tickets/mo (35% deflection), Decagon effective $11–30/ticket, Sierra $18/ticket, Twig $5/ticket — and a flat-rate contract above ~$130K/yr "does not pencil out in Year 1." (twig.so)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Maven AGI — $50M Series B (June 2025) at $78M total (Dell Technologies Capital, Cisco Investments, SE Ventures). Up to 93% autonomous resolution, up to 81% cost reduction, 10x faster; 100+ integrations, live in days; SOC2 Type II / HIPAA / PCI-DSS L1 / ISO 27001. Pricing: enterprise custom, AWS Marketplace minimum ~$25K. Proof: Papaya Pay 90% autonomous, 50% lower cost/ticket. (mavenagi.com, AWS Marketplace)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 is bifurcating, not converging (Bessemer: seat-based fell 21%→15% of SaaS in 12 months; hybrid surged 27%→41%, per The SaaS Sentinel). Three live models: (1) per-seat + AI add-on ($80–180/agent + $50–120 AI module — losing share); (2) per-conversation/per-resolution ($0.50–$1.50; Decagon-led; gaining); (3) per-outcome (Sierra; effective $1.50–3.00). Transparency splits the field: only ~6 vendors publish full rate cards (Intercom Fin, Gorgias, Crescendo, Chatbase, Fonio, Twig); ~8 are sales-only (Kore.ai, Sierra, Capacity, PolyAI, Parloa, ASAPP, Decagon, Maven AGI) with secondary estimates of $150K–$400K+/yr entry (twig.so). Human benchmark: AI-handled tickets cost $0.50–$1.05 vs $8–$12 human — a 12–24x differential (Gartner/Forrester via eesel).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Mid-market is priced and staffed out. Enterprise AI-natives floor at $50K–$150K platform fees + 6-figure ACVs and need dedicated agent engineers / forward-deployed teams (Decagon, Sierra). Twig and CB Insights both confirm "no vendor &gt;18.8% share" and "two bad options" for 5–50-agent teams.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AI-natives sit on top of a separate helpdesk. They resolve conversations but still require the client's ticketing SoR and back-end action wiring — the integration tax is the hidden TCO.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cold-start / data-threshold trap. Zendesk AI needs 1,000+ resolved tickets; Forethought needs 20,000+ historical tickets. Whoever bootstraps off the existing back-catalog and wires actions wins the long tail of mid-market accounts that don't have clean enterprise data.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"Resolution" is vendor-defined. Outcome pricing concentrates risk on a definition the vendor controls — buyers need an independent operator who owns governance/measurement on their behalf.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Conversational Support / Tier-1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(primary); DEPLOY+TUNE for clients who want a named tool stood up. Wedge: "Resolution-first tier-1 agent, wired to your existing helpdesk + back-end actions, bootstrapped off your ticket history, billed per ticket — not per seat and not per six-figure platform fee." This is Crescendo's managed model delivered as an engineering agency, not a BPO — we own the deflection logic, the cross-system actions, and the governance; the client keeps the ticketing SoR. Why us: vs Zendesk/Salesforce add-ons → no per-resolution renewal shock, no $300/user/mo seat math; vs Sierra/Decagon → mid-market price, no dedicated agent-eng team required, no $50K platform floor; vs DIY → the client doesn't have the agent engineers, the integrations, or the guardrails (eesel's own pitch concedes DIY gets you "70% of the way there" after "months of engineering").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15 / 178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CUSTOMER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FAQ / Knowledge-Base / Deflection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Deflection is the highest-ROI slice of CX AI (agent-assist + knowledge management is the fastest-growing segment, Grand View). The structural pain is documented: maintaining documentation outranks creating it as the #1 CX complaint — surfaced unprompted by 59% of teams (CustomerThink, in the FAQ wedge dossier), and a freshness audit under 30% means your AI is "hallucinating from your own content." AI-handled deflection costs $0.50–$1.05/ticket vs $8–$12 human (Gartner/Forrester via eesel), and adding CRM/order-management integration adds 20–30 percentage points of deflection quality (ClarityArc via eesel) — i.e., KB-only deflection has a hard ceiling; the value is in wiring to the data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178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FAQ / Knowledge-Base /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"seat" here is the standalone KB/authoring/deflection bolt-on attached to the helpdesk (Zendesk Guide, Salesforce Knowledge, Intercom Articles) plus legacy answer-bots. They store and search prose; they have no change-detection signal linking a product/UI release to the articles it just invalidated — the root cause of KB rot.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178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FAQ / Knowledge-Base /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eesel AI — the deflection-layer leader by transparency. Pricing: $0.40 per ticket/chat handled, no platform fee, no minimum (a support ticket = one task regardless of message count); usage-based with monthly caps; a legacy tiering also exists (Team $299/mo, Business $799/mo, Enterprise $1,000/mo flat fee on top of usage with dedicated SE, SSO, HIPAA/BAA). How it works: sits on top of the existing helpdesk (Zendesk, Freshdesk, Intercom, HubSpot, Gorgias, Help Scout, Front, Salesforce), learns from past resolved tickets + 100+ knowledge sources (Confluence, Notion, Drive, SharePoint, PDFs), RAG + confidence-based routing (draft / auto-reply / escalate), simulate on historical tickets before go-live, auto-drafts KB articles for gaps, 80+ languages. Scale proof: fully-automated Zendesk agent processing 100,000+ tickets/mo; 50,000+/mo on Freshdesk. Differentiator vs native tools: "Native AI tools usually only read your help center; eesel learns from your actual solved tickets... transparent per-ticket pricing, not per-resolution." (eesel.ai)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Vidocu (Knowledge Center) — a content-team-native KB with built-in freshness control. Pricing: $100/mo add-on (or $960/yr) on a paid Vidocu plan; unlimited articles, 3 locales, 1,000 AI Ask searches included; extra locales $20/mo, searches beyond 1,000 at $0.05; no per-seat fees. How it works: RAG over articles AND video transcripts via MongoDB Atlas Vector Search + Claude Sonnet 4.6, inline citations on every answer; stale detection via content hash — edit the source and translations flag as stale, one-click re-translate only what changed (the change-detection primitive the FAQ wedge dossier identifies as the real bottleneck); 65+ languages, custom domain, gated internal KB. (vidocu.ai)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(Context note: most CX AI-natives in §1 — Fin, Decagon, Ada, Maven — also do deflection as their first job; eesel and Vidocu are the purpose-built deflection/KB layer.)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178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FAQ / Knowledge-Base /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Usage-based and add-on pricing dominate ($0.40/ticket, $100/mo add-on) — far below per-seat KB modules. The honest vendor framing (eesel): "If your differentiation is your product, buy the layer and spend your engineers on the roadmap." This is the buy-vs-build line DataStaqAI sits exactly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178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FAQ / Knowledge-Base /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Change-detection is unsolved at the product layer. Vidocu solves it within its own content; nobody wires release/commit/UI-diff signals from the client's product to the exact articles each change invalidates. That's an integration job, not a SaaS feature.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KB-only deflection has a documented 20–30-point ceiling until the AI is wired to the order/CRM/billing data layer — which the standalone KB tools don't do.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KB is the only support asset with no scoreboard (FAQ wedge dossier) — no owner connects "we shipped a feature" to "these 7 articles are now wrong."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178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FAQ / Knowledge-Base /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(RENEGOTIATE — keep the KB SoR, drop the standalone authoring/deflection seats). Wedge: a self-healing knowledge agent that (1) watches the client's release/commit/UI-diff signals, (2) auto-flags and rewrites the articles each change invalidates, and (3) answers live from the source data, wired to the order/CRM layer for the extra 20–30 points of deflection. Why us: vs eesel/Vidocu → those answer well but don't ingest the client's product-change signal or wire deep into back-end data; vs hiring writers → "the bottleneck is change detection, not writing speed"; vs DIY → we build the release-to-article pipeline and the data-layer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21 / 178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CUSTOMER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Guided-Selling / CPQ (AI Shopping &amp; Sales Consultant)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CPQ software was ~$3.46B in 2025 → $3.94B in 2026 → $10.89B by 2033 at 15.6% CAGR (Grand View); MGI pegs cloud CPQ spend among public companies at ~$5.8B in 2026 (16% CAGR); Technavio sees +$5.46B of growth 2026–2030 at 20.9%. The category is being repositioned "from a quoting tool into a strategic revenue optimization platform" via AI guided selling and dynamic pricing — early adopters in tech services report 71% AI usage for pricing and ~4.79% revenue lifts; guided buying lifts average deal size ~10% (Mordor, Technavio).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22 / 178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Guided-Selling / CPQ (AI Shopping &amp; Sales Consultant)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Salesforce CPQ went End of Sale on March 27, 2025 — 6,000+ affected organizations — with End of Life projected 2029–2030. The successor, Revenue Cloud Advanced, lists at $200/user/mo (Growth tier $150/user/mo), still on top of a Sales Cloud license; migration is a full reimplementation, 9–18 months, professional services $250K–$750K+, a 33–100% per-user cost increase (Redress Compliance, servicepath.co, Salesforce). The honest mid-market read (Simplementix): "plan in 2026, cut over in 2027" — i.e., a multi-year forced-migration overhang, not an emergency, which is precisely the window an integrator can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178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Guided-Selling / CPQ (AI Shopping &amp; Sales Consultant)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DealHub — the best-funded modern challenger. $100M growth round (Jan 2026, Riverwood Capital); positions as "Agentic Quote-to-Revenue," consolidating CPQ + CLM + subscription + billing + revenue recognition + DealRoom; acquired Subskribe (Nov 2025). #1 CPQ on G2 (4.7/5, 833 reviews); pricing is custom-quoted (market ref ~$93/user/mo SMB). Customers: Intuit, Gong, Kore.ai, Braze, WalkMe, Drift, SpotOn. Strength: one orchestrated backbone vs best-of-breed sprawl; guided selling with conditional logic. Weakness: opaque, sales-only; an enterprise platform, not a mid-market self-serve. (dealhub.io, prnewswire.com, webpronews.com, technologyinsales.com)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Conga CPQ — $35/user/mo start; document-heavy deals, deep native Salesforce, AI-powered pricing; often deployed alongside Revenue Cloud. Weakness: dated UI, limited reporting (SelectHub, G2).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servicePath CPQ — $75/user/mo; built for tech/telecom/MSP/VAR complex configs; guided selling is the standout (walks reps step-by-step through complex quotes). Weakness: complex setup for large/non-standard catalogs (SelectHub, G2).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Apparound — $75–$150/user/mo (Italy-based); product configuration, e-commerce, offline quoting; a 10-user SMB runs $600–$1,200/mo (ITQlick).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Sculptor CPQ — native Salesforce, lightweight; free tier + Premium $89/user/mo (~$999/yr); drag-and-drop configurator, gentle learning curve, low-disruption install. Markets itself explicitly as a Salesforce CPQ alternative for SMBs (sculptor.cloud).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PROS Smart CPQ — ~$60–$95/user/mo; AI/ML dynamic pricing and willingness-to-pay (blogarama 2026 guide). Prodly (referenced in COMPETITIVE.md) positions Revenue Cloud at "$200/seat out of reach for mid-market."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178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Guided-Selling / CPQ (AI Shopping &amp; Sales Consultant)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Per-user/mo, $35–$200, plus enterprise-custom for the orchestration platforms (DealHub, Revenue Cloud). The category is shifting from "configuration accuracy" to "AI guided selling + dynamic pricing" — but every tool is still a seat the rep has to use, and the wedge dossier shows reps abandon CPQ to Excel ("hours/days vs minutes") and up to two-thirds of CPQ implementations fail to reach full adoption (servicepath.co).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178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Guided-Selling / CPQ (AI Shopping &amp; Sales Consultant)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Mid-market is squeezed by the Salesforce EOS migration — Revenue Cloud's $200/seat + $250–750K reimplementation is "out of reach," but the legacy product is decaying. The integrator who runs the 2026-plan/2027-cutover window owns the account.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Every challenger is still a seat reps avoid. None deliver the consultative selling + quote assembly at conversation speed; they deliver a faster grid. Adoption (not configuration) is the unsolved problem.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Pricing/config knowledge lives in experts' heads and brittle scripts, not a governed system (servicepath.co) — capturing it is a build/integration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178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Guided-Selling / CPQ (AI Shopping &amp; Sales Consultant)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(REPLACE the guided-selling seat layer; keep the commerce SoR). Wedge: a conversational quote agent grounded in the client's catalog, pricing rules, entitlements, and inventory that builds a complete, compliant quote from a natural-language brief — bulk-editing quote lines and routing approvals — instead of the record-by-record grid reps abandon. Why us: vs Revenue Cloud rebuild ($200/seat, 9–18 months) → weeks, no reimplementation; vs DealHub/Conga/Sculptor seats → an agent that does the quoting, not a faster screen reps still avoid; vs DIY → we encode the fare/entitlement/rebate logic and ground it in the catalog. Buyer trigger: the Salesforce CPQ End-of-Sale clock — every month on legacy CPQ deepens migration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27 / 178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CUSTOMER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Travel Booking / Itinerary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OTA market is ~$561B in 2026 → $761B by 2031 at 6.29% CAGR (Mordor; Grand View puts it higher at $663B 2025). The explosive layer is AI in travel: $165.9B (2025) → $222.4B (2026) → $710.6B by 2030 at ~34% CAGR (TBRC). What orgs are pursuing: AI agents that move "from inspiration to execution" — building itineraries and booking/servicing them. The structural reality (wedge dossier): the GDS back-end (SABRE = "basically an MS-DOS system") can't be ripped out; agents buy "errors insurance" against typos; mid-trip exchanges fail ~50–100% to a manual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28 / 178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Travel Booking / Itinerary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Sabre — ~$760M Q1 2026 revenue (+8%); launched "travel's first agentic AI booking experience" with Mindtrip and PayPal; agentic APIs + an MCP server with 30+ partners piloting; explicitly "not competing at the top of the funnel — building the execution layer AI-mediated journeys depend on." NDC = 4% of bookings, accelerating. (SEC filing, investor remarks, Travel Distribution News)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Amadeus — +50% of all GDS air bookings; addressable market ~€50B; Nevio agentic conversational commerce for airlines (Lufthansa, BA, Air France-KLM, Saudia, Finnair); partnerships with Microsoft and Google; ~€500M buyback on FY25 +8.5% cc revenue. (Amadeus Q1 2026 results)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Travelport — API-driven transactions 43% → 63% (2022 → 2026); TripServices API suite as "the primary interface for AI-native travel builders"; won Booked AI as a customer; co-development deal with United. (Travel Distribution News)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GDS thesis is candid: "Chatbots can generate itineraries, but to book and service travel at scale requires Sabre" — i.e., the incumbents are conceding the agent layer and defending the execution layer. That is the integration seam DataStaqAI lives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178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Travel Booking / Itinerary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Otto The Agent — the SMB business-travel wedge. $6M seed (Madrona, Aug 2024); founder Michael Gulmann (ex-Expedia SVP), backed by Concur founder Steve Singh and ex-CEOs of Expedia/Orbitz. $10/mo (free for 12 months); monetizes on booking commissions, no agent-assist fees. How it works: conversational EA that plans/books end-to-end within the experience ("book it") — no redirect, no re-entering payment; integrates Spotnana + Booking.com (NDC + GDS + direct supplier APIs); calendar-aware (Microsoft 365 + Google); auto-rebooks on disruption; human handoff via Direct Travel. Target: "Concur/TMCs are too expensive for small businesses" — the underserved-mid-market thesis stated outright. (TechCrunch, PhocusWire, GeekWire, BusinessWire)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Mindtrip — $22.5M total raised (Series B Dec 2025; investors Amex Ventures, Capital One Ventures, United Airlines Ventures, Forerunner, Costanoa). Consumer AI trip planner + B2B hotel tools; launched Mindtrip Flights — "travel's first all-in-one agentic AI flight booking," powered by Sabre + PayPal; acquired Thatch. Strength: strategic airline/bank/card backing; rides Sabre's execution layer rather than fighting it. (mindtrip.ai, CB Insights, PhocusWire)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Booked AI — AI corporate travel platform replacing fragmented TMC tooling: policy enforced in the booking flow, continuous disruption monitoring + auto-rebook, finance-ready GL-coded reporting, works in the channels teams already use. Customer of Travelport (its distribution infrastructure). (booked.ai, Travel Distribution News)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(Adjacent comps: Layla (Berlin), MeTripping (Bengaluru), Wanderu (ground transport) — itinerary/packaging tools.)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178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Travel Booking / Itinerary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Consumer/SMB: free + commission/affiliate (Otto $10/mo, Mindtrip free) — they monetize the booking, not a seat. Corporate: replace per-trip TMC fees and callback queues. The structural play across all: build the agent on top of the GDS execution layer (Sabre/Travelport APIs + MCP) rather than replacing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178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Travel Booking / Itinerary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least-automated, most-catastrophic slice — mid-trip exchange/reissue — is unowned. Otto/Booked AI auto-rebook on disruption, but the IATA fare-rule-native exchange (partially-used tickets, irrops, lowest-valid-fare repricing) still dumps to a manual agent queue.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GDS-as-SoR you can't rip out = pure integration territory; the GDSs want partners building on their MCP/APIs (30+ Sabre pilots).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TMCs are too expensive for SMBs (Otto's own thesis) — and the AI-natives are still building horizontal products, not wiring a specific agency/TMC's policy + back office.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178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Travel Booking / Itinerary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(REPLACE the human booking-tool seat; keep the GDS/reservation SoR). Wedge: an exchange &amp; re-book agent over live inventory + IATA fare rules + the GDS MCP/APIs that executes the plan-and-book and the exchange/reissue loop end-to-end — auto-pricing the lowest valid fare, handling irrops and partially-used tickets, surfacing the cryptic GDS commands for auditability. Why us: vs ripping out SABRE → impossible (and the GDS is courting integrators); vs Otto/Mindtrip/Booked AI → those are products for the traveler/SMB; we build the agency/TMC's exchange workflow + policy + audit trail; vs DIY → we encode fare-rule logic and wire the GDS execution layer. Buyer trigger: "errors insurance" premiums + the exchange-queue backlog.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33 / 178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CUSTOMER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Messaging Chatbot / CCaaS Bots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Same demand curve as §1 (chatbots &amp; virtual assistants are the largest CX-AI segment, 28.1% revenue share in 2024 — Grand View). The defining pain (wedge dossier): operators report customers "Hated. Not disliked. Hated" decision-tree bots; 40+ hours to build brittle trees; condition bots reach only ~50% resolution; and the flows are proprietary JSON with no export — a 200–400-hour migration hostage (Chatsy, Sacra, Intercom Community).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34 / 178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Messaging Chatbot / CCaaS 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Botpress — the developer-leaning builder migrating to the agent era. $25M Series B (June 2025) at $120M post-money (Framework VP, Deloitte Ventures, HubSpot Ventures; ~$45M total raised); founded 2017 by Sylvain Perron; customers Kia, Electronic Arts, Husqvarna. Pricing (post May 2026): Pay-as-you-go free (500 msgs, $5 AI credit), Plus $89/mo + AI Spend, Team $495/mo + AI Spend, Managed $1,495/mo + AI Spend (done-for-you dev by Botpress engineers), Enterprise custom. Positioning: "No per-seat cost. Ever." — explicit attack on Zendesk's $115/seat and Intercom's $85/seat, claiming $16,500–$73,800/yr saved on seats for 20–60-rep teams; works on top of existing Zendesk/Intercom or as a standalone AI-native helpdesk. Weakness: "AI Spend" billed separately makes TCO hard to forecast ("sticker price is the floor, not the ceiling"); more tool than a non-technical team needs; the Managed tier exists precisely because most teams can't operate it alone. (botpress.com, voiceflow.com, makerstack.co, sitegpt.ai)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Other builders/incumbents in the frame: Intercom, Ada, Decagon (covered §1) increasingly subsume the bot-builder; Chatbase ($32–$400/mo) and Chatsy at the SMB/no-code end; legacy Drift/Intercom Workflows as the proprietary-JSON decision-tree trap.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178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Messaging Chatbot / CCaaS 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Two poles: no-per-seat usage/conversation (Botpress, Chatbase, eesel) vs enterprise platform (Kore.ai, Sierra, Decagon at $150K–$400K). The structural shift Sacra documents — LLMs replacing condition-based chatbots — means the decision-tree builder itself is the obsolete seat. Botpress's "Managed" tier and Decagon's forward-deployed engineers both concede the same point: the tool needs an operator the buyer doesn't 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178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Messaging Chatbot / CCaaS 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200–400-hour migration hostage. Teams are locked into proprietary-JSON flows with no export path — a one-time, integration-heavy unlock job that is pure agency work, not a SaaS subscription.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"More tool than a non-technical team needs." Botpress/Voiceflow are developer platforms; the mid-market operator wants the outcome (a bot customers don't hate), wired and running — exactly what the "Managed" tiers exist to sell, at premium prices.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Tree-free resolution + clean human handoff is still an integration the buyer must own (grounding to help center + history, escalation wiring, back-end actions).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178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Messaging Chatbot / CCaaS 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(REPLACE the bot-builder license; keep the CCaaS platform). Wedge: a tree-free resolution agent — point it at the help center + conversation history; it interprets free-form questions and finishes the job with a clean human-handoff escape hatch, no branches to babysit — plus we do the migration off the proprietary-JSON flows (the 200–400-hour unlock). Why us: vs Intercom/Drift renewal → no per-flow upkeep, no 300-hour hostage; vs Botpress/Voiceflow → we deliver and operate it (their own "Managed" tier proves the demand), at mid-market price; vs DIY → we wire the grounding, handoff, and back-end actions. Buyer trigger: renewal + the realization the flows are a proprietary-JSON hostage.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38 / 178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CLUSTER · EMPLOYEE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Employee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Internal knowledge-worker agents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Employee cluster — the one-slide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thesis holds, with one sharpening. Every category shows the predicted split: AI-natives priced up and enterprise-first (Glean $300M ARR/$50–65 loaded; Harvey $1,200–2,000/seat; Observe.AI/Level AI 100-seat six-figure floors), incumbents defending the seat with data moats (Glean context graph; TR's proprietary legal LLM; HRIS-as-SoR). The mid-market is squeezed from both ends — and the squeeze is now visible in consolidation: Dashworks→HubSpot, Forethought→Zendesk (below cost), Spellbook buying "exit-door" legal-AI startups, ASAPP's collapsed funding cadence. Sharpening: the durable enemy is not the incumbent's data — it's the thin wrapper the frontier models eat (artificiallawyer.com). DataStaqAI must sell delivery + governed context + workflow on top of the moats, never a wrapper.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Pricing bifurcation is the repeatable pitch hook. Free/OSS or $20–30/user (Onyx, Copilot, Gemini, Dashworks) ↔ $360K–$4.8M/yr enterprise (Glean, Harvey, Observe.AI). The mid-market answer is neither a product nor DIY — it's managed delivery at $2–5k/mo.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engineering-bandwidth gap is the through-line. Onyx is free but Netflix-grade to run; Zluri/Okta need configuration; Harvey/Legora bundle "embedded legal engineers" only into six-figure deals; HR integrations are "never done." DataStaqAI's done-for-you posture is the literal product the mid-market lacks.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 map for these five: Enterprise search = DEPLOY+TUNE (or INTEGRATE); Doc drafting = INTEGRATE+WORKFLOW (REPLACE the seat); Agent-assist = INTEGRATE+WORKFLOW (RENEGOTIATE, pull-not-push); Legal = INTEGRATE+WORKFLOW (REPLACE the seat, citator-verified, govern); HR = INTEGRATE+WORKFLOW (RENEGOTIATE, orchestrate). None of the five is a BUILD-first play — they are integration/workflow/governance plays, which matches "we wire the agent into your systems of record and run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40 / 178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EMPLOYEE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Enterprise knowledge fragmentation is repeatedly quantified as a multi-hour daily tax: Onyx/gentic.news cites the average employee spending ~3.6 hours/day searching across Slack, Drive, Confluence, Salesforce et al., framed as a "$100B+ productivity drain." The existing EnterpriseSearch wedge dossier adds the Slite survey's 10% internal first-attempt success rate (9.5× worse than Google) and ~3.2 hrs/week wasted. The category went from "no competition for five years" (Glean CEO Arvind Jain, TechCrunch) to every hyperscaler entering at once — Microsoft, Google, OpenAI, plus open-source.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41 / 178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Microsoft 365 Copilot — $30/user/month, paid yearly, on top of a qualifying M365 plan (microsoft.com pricing page). Fully-loaded cost is the tell: $66/user/mo on E3, $87 on E5 (redresscompliance.com). Grounds on Microsoft Graph (mail, Teams, SharePoint, OneDrive), inherits Purview + Entra. Strength: data gravity for M365 shops, compliance bundling. Weakness: M365-centric connectors; idle-seat waste; oversharing risk on existing permissions.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Google Gemini Enterprise — $30/user/mo (Standard), $45 (Plus), $20 (Business), all annual, each requiring a Workspace tier underneath (thenegotiationexperts.com). Wins for Google-native orgs; ~$50 fully loaded on Workspace Enterprise (redresscompliance.com) — below Microsoft's loaded cost.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Coveo (TSX: CVO) — publicly traded, FY2025 revenue $133.3M, 700+ enterprise customers, SAP partnership drives ~50% of new Commerce clients (chapsvision.com citing ir.coveo.com). Pricing not published; ~$600/mo base, consumption-based (onyx.app). Strength: e-commerce/customer-facing relevance, Gartner Leader. Weakness: "less suited for internal AI knowledge management" — it's a commerce-search engine, not a workplace-search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178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Glean — the category definer and the clearest proof of "pricing up, not down."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Scale/funding: $150M Series F (June 2025) at $7.2B valuation (up from $4.6B in Sept 2024); crossed $300M ARR by May 2026, 3× the $100M it hit 15 months earlier (glean.com, CNBC, TechCrunch). ~850+ employees; 100M+ agent actions annually.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sales-led, no public pricing. Median ~$50/user/mo, with AI/agent capabilities often +~$15/user/mo; minimum annual contracts ~$100K+; mid-size rollouts $30K–$50K/mo = $360K–$600K/yr (workativ.com). Now offers consumption + hybrid (fixed per-active-user fee + usage) models (TechCrunch).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Architecture: "context graph" / personalized knowledge graph across 100+ connectors; permission-enforced, referenceable, LLM-choice. Selling point in 2026: token-cost savings (AI does fewer ops when grounded by Glean).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Databricks, Reddit, Pinterest, Samsung (TechCrunch); Dell, Palo Alto Networks, Snowflake, Workday as partners.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deepest connector + governance story; genuine data moat ("system of context"). Weakness for our buyer: the $40K floor / $50–65/user economics that the wedge dossier's Reddit revolt names directly ("Glean is $40k/yr minimum for my 60-person company"); can't trial against your own corpus before signing (eesel.ai).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178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Onyx (formerly Danswer) — the open-source counter-position.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Model: MIT-licensed, free self-hosted Community Edition; Business ~$20/user/mo; Enterprise "a fraction of Glean," "well under" $60K/yr for 100 people (onyx.app, gentic.news). YC W24, $10M seed (Khosla, First Round). 27,700+ GitHub stars. Production users: Netflix, Ramp, Thales Group.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Architecture: agentic RAG, any LLM, 40+ connectors, inline citations, source-level ACL respect, self-host or cloud. Strength: price + control + no vendor lock; weakness: you must run it — the exact engineering-bandwidth gap DataStaqAI fills.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Dashworks — acquired by HubSpot (April 2025); had raised only ~$8.15M (cbinsights.com). Transparent pricing survives: $10–12/seat/mo Team, $12–15 Business (10-seat min), Enterprise custom with SSO/SCIM/HRIS (dashworks.ai). Signal: a mid-market search startup couldn't stay independent — it got absorbed into a CRM suite.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Guru — repositioned from "wiki" to "the Governed Knowledge Layer for Enterprise AI" (getguru.com). $68M raised over 6 rounds, last a Series C in 2020 (Tracxn); ~$15–30/user/mo (onyx.app, nerdisa.com). Strength: verification workflows, browser-extension delivery. Weakness: a knowledge-management tool retrofitting AI, not an agent.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Sinequa — on-prem/hybrid, 200+ connectors, 22+ language NLP, HIPAA/FedRAMP-eligible, Gartner Leader 5×; built for large regulated enterprises (chapsvision.com). The "regulated-enterprise" alternative to cloud-only Glean/Coveo.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44 / 178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GoSearch / Super / Slite — cheaper "affordable Glean alternative" tier (GoSearch ~$12/user/mo Pro per onyx.app); Slite/Super in the SMB knowledge layer (per wedge dossier).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45 / 178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Bifurcation is stark: free/open-source (Onyx) ↔ $50–65/user loaded + $40K–$600K/yr enterprise (Glean/Microsoft/Google), with the middle increasingly hollowed out by acquisition (Dashworks). Hybrid/consumption pricing is spreading (Glean) and introduces renewal-shock risk (glean.com's own "hybrid pricing surprises" warning). All enterprise players are sales-led with no self-serve trial on the buyer's own corpus.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46 / 178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Price/trial gap: sub-200-person firms priced out of Glean's floor and unable to test against their own docs before signing (wedge dossier sources 1, 3).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Answer-trust gap: Glean "inconsistent when asked the same prompt"; users fall back to Slack (slite.com). Guru itself cites that AI responses "contain inaccuracies without verified knowledge" (getguru.com) — the grounding/verification layer is the real work.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Run-it-yourself gap: Onyx is free but someone has to deploy, connect ACLs, and tune it — Netflix can, a 120-person company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47 / 178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DEPLOY+TUNE (stand up Onyx-class OSS or a mid-tier tool) or INTEGRATE+WORKFLOW (wire grounding + ACL across Notion/Drive/Slack/Confluence).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"SMB Knowledge Agent — trial-first, ACL-native, at SMB price." Deploy an ACL-respecting, inline-cited agent over the client's stack, trialable on their own corpus, for a fraction of Glean's floor — and we run it so they don't need Netflix's platform team to operate Onyx.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Glean → price + trial-first + no $40K floor; vs Onyx DIY → we are the engineering team that makes "free" actually work; vs Microsoft/Google → cross-suite (not locked to one graph).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Sources: glean.com/blog/glean-series-f-announcement · cnbc.com/2025/06/10/glean-gen-ai-search-startup-raises-150-million · techcrunch.com/2026/05/28/gleans-top-line-crosses-300m · workativ.com/ai-agent/blog/glean-pricing · onyx.app/insights/enterprise-search-tools-2026 · gentic.news/article/onyx-open-source-ai-enterprise · chapsvision.com/blog/enterprise-ai-search-compared · dashworks.ai/pricing · cbinsights.com/company/dashworks/financials · tracxn.com/d/companies/guru · getguru.com · nerdisa.com/coveo-vs-getguru · microsoft.com/en-us/microsoft-365-copilot/pricing · thenegotiationexperts.com/blog/google-gemini-enterprise-pricing-2026 · redresscompliance.com/google-gemini-vs-copilot-vs-openai-enterprise-cost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48 / 178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EMPLOYEE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wedge dossier quantifies the pain: knowledge workers spend ~40% of the week "producing first drafts… not thinking" (Sandeep Bhan), with a 40-page report → 1-page summary dropping from 2 hrs to 4 min, and status reporting a recurring 2–4 hr/week tax. The structural point: summarize/draft is now a commodity LLM capability — every productivity suite ships it — so the value has moved from "can it draft?" to "can it produce the right cross-system deliverable for the right audience without re-typing the inputs?"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49 / 178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Microsoft 365 Copilot — $30/user/mo add-on; drafts/summarizes inside Word, Outlook, Teams, PowerPoint, grounded on Graph (microsoft.com). Loaded $66–87/user/mo (redresscompliance.com).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Google Gemini for Workspace — $20–45/user/mo by tier; drafts in Docs/Gmail/Sheets (thenegotiationexperts.com). Cheapest loaded path (~$22/user/mo bundled in Business Plus).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Glean — adds drafting/agentic generation on top of its search context graph (+~$15/user/mo for AI/agents) — i.e., the search incumbent extends into drafting.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Frontier LLMs direct — ChatGPT Enterprise ~$50–60/user/mo, 150-seat min, no productivity suite (redresscompliance.com); Anthropic Claude for Work via API (lighter touch). These are the "do it by hand in a chat window" substitute.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50 / 178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There is no dominant pure-play "deliverable agent" vendor; the competition is (1) the suite add-ons above, and (2) horizontal LLMs. That absence is the opportunity. The closest analogs are vertical drafting tools (Spellbook for contracts — see §4) and the agentic features Glean/Copilot ship. The cross-system, audience-many deliverable workflow is not packaged as a product anyone sells to the mid-market — it's a services/integration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51 / 178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Per-seat add-on, $20–87/user/mo loaded, attached to a suite the buyer already pays for. GTM is "add Copilot to your existing M365/Workspace renewal." The hidden cost is idle seats — repeatedly flagged (redresscompliance.com: "the seats that never activate"; "idle seats matter more than the headline number").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52 / 178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translation-step gap: suites draft within one app; nobody automates "ingest raw inputs once (transcripts, Slack threads, Jira/Linear, data outputs) → emit the structured deliverable per audience." This is the wedge dossier's core finding (status report, exec summary, board PDF — the manual translation tax suites never removed).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"board still wants a PDF" gap: dashboards/Copilot didn't kill the recurring manual deliverable; it's a cross-system orchestration problem, not a text-generation one.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Per-task prompt re-engineering: using ChatGPT/Copilot by hand re-incurs prompt effort every time; no durable, audience-aware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53 / 178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(REPLACE the bolt-on drafting seat).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"Deliverable Agent — inputs-once, audience-many." Wire an agent to the client's transcripts/Slack/Jira/data, generate the recurring structured deliverables, human keeps every judgment call. Office suite stays; the per-seat drafting add-on loses its reason to exist.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Copilot/Gemini add-ons → we sell the outcome workflow across systems, not a per-app feature with idle-seat waste; vs ChatGPT-by-hand → a durable pipeline, no per-task prompt re-engineering; the buyer keeps Microsoft/Google as system of record.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Sources: microsoft.com/en-us/microsoft-365-copilot/pricing · thenegotiationexperts.com/blog/google-gemini-enterprise-pricing-2026 · redresscompliance.com/google-gemini-vs-copilot-vs-openai-enterprise-cost · (wedge dossier verbatim sources: sandeepbhan.medium.com, medium.com/@erikvand board-reporting study, RealWorldProblems #386, theleveragedyears.com)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54 / 178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EMPLOYEE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Qualcomm Ventures sized the contact-center AI TAM at ~$8.3B (qualcommventures.com). The wedge dossier supplies the killer demand-side signal: a contact center's own audit found agents used the push-assist tool ~1% of the time, and 45% of agents actively avoid new tech that disrupts flow (No Jitter; Hear.ai). The fight is now "push vs pull" and "stateful vs amnesiac." Note: most "agent-assist" vendors are pivoting hard toward autonomous AI agents (resolve end-to-end), partially commoditizing the assist layer they built — a model-commoditization risk Sacra flags for Cresta.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55 / 178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CCaaS suites (Genesys, Five9, NICE, Zendesk, Salesforce) increasingly ship native assist. GTMLens flags suite-native assist as the existential risk to standalone players: "if Genesys ships native assist that's good enough, the market opportunity shrinks." Zendesk's 2026 acquisition of Forethought (below) is this consolidation in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56 / 178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Cresta — the category-defining real-time agent-assist vendor.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total raised $270–282M (Sacra/Tracxn); $125M Series D (Nov 2024, QIA + World Innovation Lab). Valuation reported at ~$1B post-money (GTMLens; Tracxn earlier cites $1.6B as of 2022). ARR not disclosed.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Architecture: LLM copilot on every interaction, whispers guidance in &lt;200ms, custom fine-tuned models, cloud + on-prem (reaches the 35–40% of seats on legacy TDM/PBX). Positioned as "augment the human" in regulated/unionized centers.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per-seat subscription, annual, feature-tiered (Sacra) — enterprise, not published.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United Airlines, Verizon, Airbnb (Qualcomm Ventures); New York Mets (June 2026, cresta.com).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low-latency, custom models, vertical/regulated focus. Weakness: premium positioning erodes as real-time analysis becomes table stakes (Sacra "model commoditization"); suite-native compression (GTMLens).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57 / 178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Observe.AI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Funding: $213M raised (PitchBook); Series C 2022. Scale: "350+ enterprises/customers" (observe.ai).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sales-led, 100-seat minimum, ~$69/agent/mo for a single module ($828/agent/yr); full platform $60K–$180K/yr for 100 seats (cloudtalk.io via AWS Marketplace/G2). Implementation 4–12 weeks.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JK Moving (cited 74% growth), others unnamed.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full lifecycle (assist + auto-QA + summarization + voice/chat agents). Weakness: 100-seat floor and six-figure entry exclude the mid-market outright.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Balto — the transparency/SMB-leaning play.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58 / 178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Funding: $52M over 9 rounds (CB Insights); reported 2024 revenue ~$1M (CB Insights — low/uncertain). Series A $10M in 2020 (Sierra Ventures).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per-agent/month, quote-based but "bands shared with evaluators"; ~1-week integration (balto.ai, alpharun.com). Claims 16% sales lift, 53-sec AHT reduction, 65% faster ramp.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eHealth, Empire Today, National General Insurance, Bordner Home Solutions (balto.ai, prnewswire).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fast deploy, real-time-first, pricing transparency vs peers. Weakness: small scale; depends on the customer pre-configuring prompts/scripts ("better for teams that already know their winning formula").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Level AI — QA-first closed loop.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no public pricing; triangulated $75–$185/agent/mo + $1,500+/integration; ~$90K–$220K/yr for 100 seats; 8–12 week TTV (balto.ai/compare). Fortune 500 healthcare/FSI/retail focus (thelevel.ai).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59 / 178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scoring/QA depth; weakness: enterprise opacity + slow TTV.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ASAPP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Funding: $400M raised, $1.6B valuation (2021) (Tracxn) — but a small $24.1M raise in May 2026 (Fundz) signals a changed trajectory. Now positions around autonomous "CXP" AI agents (asapp.com).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American Airlines, DISH, JetBlue (asapp.com). Claims 330% / $9.8M impact figures (asapp.com, unaudited).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enterprise logos, deep ML. Weakness: the funding pattern (huge 2020–21 rounds, tiny 2026 raise) is a classic "enterprise-first, now struggling to grow" signal.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Forethought — acquired by Zendesk (March 2026) at a ~$110M valuation after raising ~$117–126M (premieralts.com, cbinsights.com) — i.e., a down-round/buyout below total capital raised (capital efficiency 0.87×). Pre-acquisition: support AI agents, ~2-day install, G2 ROI recognition (forethought.ai). Signal: a well-funded AI-native support player exited into an incumbent at less than it raised — direct thesis evidence that the standalone point-solution model is hard to sustain.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60 / 178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Enterprise, sales-led, 100-seat floors and six-figure ACVs (Observe.AI, Level AI), with implementation fees per integration ($1,500+). Balto is the outlier on transparency/speed. The whole category is migrating from "assist the human" to "autonomous agent," which (a) commoditizes assist and (b) raises the integration/governance burden on the buyer.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61 / 178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1%-usage / push-fatigue gap: the core wedge — agents ignore context-blind pop-ups; pull-first, full-relationship-context assist is what gets used (No Jitter, Cirrus, Hear.ai).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Mid-market gap: 100-seat minimums + $60K–$220K/yr exclude sub-100-seat centers entirely.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Statelessness gap: "amnesiac" copilots listening only to live audio (Hear.ai) — the fix requires wiring full CRM/history, an integration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62 / 178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Contact-Center Agent-Assist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(RENEGOTIATE — keep the CCaaS SoR, displace the push add-on).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"Pull-first, full-context assist agent" the rep invokes, grounded in the whole customer relationship, silent otherwise — wired across CRM + history at mid-market price, no 100-seat floor.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push add-ons agents touch 1% of the time → relevance on demand; vs Observe.AI/Level AI six-figure floors → mid-market fit; vs DIY → we do the full-relationship context wiring; and we don't force the buyer into a rip-to-autonomous migration before they're ready.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Sources: sacra.com/c/cresta-ai · tracxn.com/d/companies/cresta · gtmlens.com/cresta-1b-deep-dive · cresta.com (Mets press) · qualcommventures.com/insights/blog/investing-in-cresta · observe.ai + observe.ai/real-time/agent-assist · cloudtalk.io/blog/observe-ai-pricing · pitchbook.com/profiles/company/226886-59 · balto.ai + balto.ai/compare/balto-vs-level-ai · alpharun.com/blog/balto-ai-pricing · cbinsights.com/company/balto-software/financials · prnewswire.com (Balto Series A) · thelevel.ai · tracxn.com/d/companies/asapp · asapp.com · app.fundz.net/fundings/asapp-funding-round · premieralts.com/companies/forethought/valuation · cbinsights.com/company/forethought-technologies/financials · forethought.ai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63 / 178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EMPLOYEE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single most important market event for the thesis: on Feb 3, 2026, Anthropic's Claude legal plug-ins triggered a ~$285B selloff across software/financial/asset-management stocks (Bloomberg/Yahoo Finance). Thomson Reuters fell ~16% in a day (~22% over 5 days); RELX (LexisNexis) ~14–20%; Wolters Kluwer ~20%; LegalZoom also dipped (artificiallawyer.com, theglobeandmail.com, amediaoperator.com, bnnbloomberg.ca). The entire legal-tech market was ~$29B in 2024 (aivortex.io). The wedge dossier supplies the demand-side rage ("$20 ChatGPT beats my $270 LexisNexis"; lawyers spend 5–15 hrs/week on research, 25–30% unbillable; duopoly mailed-letter cancellation + $100+ per-doc surprises).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64 / 178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Thomson Reuters CoCounsel / Westlaw — 1M+ CoCounsel users in 100+ countries (theglobeandmail.com). Rebuilt CoCounsel on Anthropic Claude (late 2025–early 2026) while keeping Westlaw + Practical Law content; also built a proprietary legal LLM ("Thomson") that TR claims outperforms GPT-5 and Claude Opus 4.5 on legal reasoning/factuality/review (theglobeandmail.com, amediaoperator.com). Reported tiers ~$75 (On Demand) to ~$500 (All Access)/mo (unverified — secondary, not vendor-confirmed) (aivortex.io). CEO framed the selloff as "anxiety, not fundamentals"; stock rebounded ~14% on the 1M-user announcement. Strength: the proprietary case-law corpus is a genuine moat that frontier models can't copy.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LexisNexis (RELX) — Lexis+ / Protégé — multi-provider model stack (aivortex.io); same data-fortress logic; hit by the same selloff. Pricing custom; wedge dossier cites the $270/mo solo tier and contract-rage behavior.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Wolters Kluwer — caught in the selloff; legal/regulatory content incumbent.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structural rebuttal (artificiallawyer.com): the selloff was "irrational" for the data titans — their case-law/contract corpora are an "incredible moat." Anthropic's real damage lands on "wrappers" — shallow tools offering little beyond a raw LLM. This is the most thesis-nuancing source in the set: it tells DataStaqAI to sell delivery ON TOP of the incumbents' data, not a thin wrapper that the frontier models will 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65 / 178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Harvey — the most valuable legal-tech company in history.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$11B valuation (March 2026, $200M round co-led by GIC + Sequoia); &gt;$1B raised total; ~$300M ARR by May 2026 (Sacra), up from $190–195M in Jan 2026 and $100M in Aug 2025. 142,000+ lawyers across 1,500+ customers in 60+ countries; 50% of Am Law 100; 25,000+ custom agents (sacra.com, harvey.ai, cnbc.com).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$1,200–$2,000+/seat/month, 25-seat minimums, annual; a 50-attorney firm = $720K–$1.2M/yr (aivortex.io). Multi-provider model stack (OpenAI + Anthropic).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A&amp;O Shearman (anchor), NBCUniversal, HSBC, T-Mobile, Bridgewater, Latham &amp; Watkins, DLA Piper, McCann FitzGerald (harvey.ai, cnbc.com, techcrunch.com).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embedded legal-engineering teams, Agent Builder, Am Law dominance. Weakness: "wildly expensive for everyone else" — explicitly priced for Am Law 100, not mid-size firms (aivortex.io).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Legora — the fast-rising challenger.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66 / 178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$550M Series D (March 2026) at $5.55B, then a $50M extension to ~$5.6B with Nvidia's NVentures (its first legal-AI bet) + Atlassian; crossed $100M ARR; grew 40→400 staff; 800–1,000+ law firms/in-house teams across 50+ markets (legora.com, techcrunch.com, legaltechnology.com).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Architecture: collaborative AI for research/review/drafting; "software built around the model" with embedded legal engineers/ex-practitioners in regional hubs.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White &amp; Case, Cleary Gottlieb, Linklaters, Bird &amp; Bird, Deloitte, Dentons, Goodwin (legora.com).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workflow embedding + momentum; weakness: planning a pricing switch that will hike firms' AI cost base (thelawyer.com, June 2026) — the same enterprise-pricing trajectory as Harvey.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Spellbook — the contract-specialist, broadest customer base.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$350M post-money (Series B, Oct 2025, $50M led by Khosla); +$40M debt from RBCx (March 2026) explicitly to acquire smaller legal-AI players; &gt;$80M equity raised; on track for ~$100M ARR in 2026 (tripled revenue); ~4,000–4,500 customers in 80+ countries — Stevenson claims "more than Harvey and Legora combined" (businesswire.com, sacra.com, betakit.com, theglobeandmail.com).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67 / 178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Architecture: Microsoft Word add-in for review/draft/redline, powered by GPT-5 + Claude (zero-data-retention). Seat-based, custom pricing, 7-day free trial; bottom-up GTM (lawyers expensing it) moving upmarket — ~half of revenue now large firms/in-house.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Nestlé, eBay, Dropbox, Franklin Templeton, AtkinsRéalis, Kennedys; exclusive Canadian Bar Association partner (~40,000 members).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in-workflow (Word), serves procurement/sales too, mid-market reach; consolidating the market via M&amp;A. Weakness: contract-focused (not full research); margins lower (LLM inference cost); model-commoditization exposure as a "Cursor for contracts."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Anthropic Claude (legal plug-ins / Cowork) — not a legal vendor but the disruptor: the frontier-model "DIY" path that triggered the selloff and that TR/Spellbook now build on. The point: the model layer is converging and getting cheaper; defensibility moved to data + workflow + governance, not the model.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Smaller/cheaper tier — CoCounsel core ($100–200/mo), Claude Team ($25/mo), Briefpoint ($89/mo) cited as small-firm alternatives to Harvey (aivortex.io). Genspark and other "wrappers" are the segment artificiallawyer.com says Anthropic threatens most.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68 / 178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Extreme bifurcation: $25–200/mo consumer/SMB tools ↔ $1,200–2,000/seat/mo Harvey ($720K–$4.8M/yr per firm). Enterprise players (Harvey, Legora) field embedded legal-engineering teams — i.e., they bundle delivery into six-figure contracts. Incumbents defend with proprietary corpora + their own LLMs. M&amp;A is consolidating the middle (Spellbook buying "exit-door" startups at below-average multiples).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69 / 178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Mid-firm gap: 45–250-attorney firms priced out of Harvey's $360K+ entry but needing more than a $25 chat tool (aivortex.io explicitly: "wildly expensive for everyone else").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Hallucination/citator gap: the wedge dossier's sanction risk — outputs need verification against official reporters/KeyCite/Shepard's; "all outputs should be reviewed by licensed attorneys" (Anthropic's own disclaimer).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Governance gap: firms need AI-use policy + verification, not just a model — the part incumbents and natives both under-serve for smaller firms.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Wrapper-collapse gap: thin tools die; the durable position is delivery on top of a data moat (artificiallawyer.com).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70 / 178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(REPLACE the per-seat research license; keep the corpus/citator as hybrid).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"Lookup-and-draft agent, citator-verified" for mid-size firms — research/draft/redline grounded to official reporters with a verification pass, plus the AI-use governance policy, at a fraction of a $1,200+ Harvey seat.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Harvey/Legora → mid-firm fit + we deliver the same "embedded legal engineering" they reserve for Am Law, at $2–5k/mo; vs Spellbook → full research+governance, not just contract redlines; vs DIY Claude → verification + governance so one hallucinated cite doesn't get the firm sanctioned. Critical positioning nuance from artificiallawyer.com: do NOT pitch a thin wrapper — pitch delivery on top of the firm's/TR's data, the part the frontier models can't commoditize.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Sources: sacra.com/c/harvey · harvey.ai/blog (both $11B posts) · cnbc.com/2026/03/25/legal-ai-startup-harvey-raises-200-million · aivortex.io/legal/ai-tools/harvey-ai-pricing-2026 + harvey-ai-valuation-funding · legora.com/newsroom/legora-raises-550-million-series-d · techcrunch.com/2026/04/30 + /2026/03/10 (Legora) · legaltechnology.com/2026/03/10 · thelawyer.com/firms-face-hike-in-ai-cost-base-as-legora · businesswire.com/.../Spellbook-Secures-40M · sacra.com/c/spellbook · betakit.com/.../spellbook-partners-with-canadian-bar-association · theglobeandmail.com (Spellbook + TR CoCounsel) · artificiallawyer.com/2026/02/04/claude-crash-impact · amediaoperator.com/news/thomson-reuters-legal-ai-saaspocalypse-q1-2026 · sg.finance.yahoo.com/news/anthropic-ai-tool-sparks-selloff ($285B) · bnnbloomberg.ca/.../us-software-stocks-hit-by-anthropic · aivortex.io/legal/guides/cocounsel-rebuild-anthropic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71 / 178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EMPLOYEE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wedge dossier's pain is vivid and quantified: r/humanresources "onboarding is sucking the soul out of me"; a mapped 75-person company burning 312 hrs/month and $125K/yr, with HR spending up to 60% of time on data entry, 5 days to fully provision a hire; manual IT-ticket-per-hire averaging 5–8 hrs at a 15–25% error rate vs. 5–15 min event-driven (Integrow, KnowledgeLib). The structural insight: the HRIS is a great database but a terrible action-taker — onboarding is cross-functional orchestration (HR↔IT↔Finance↔manager) with no system that executes the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72 / 178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Workday — enterprise, custom-quoted; median ~$48,201/yr (Vendr, n=314), ~$50–150/employee/mo, 3-year typical commitment, 6–18 month implementations (costbench.com, shiftflow.app, payrollrated.com). Strength: enterprise analytics/scale; weakness: cost + rollout effort; onboarding is a module, not an orchestrator.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Rippling — $8/employee/mo + $35/mo platform fee, modular (HR + IT + payroll); median ~$39,317/yr (Vendr, n=202); valued at $16.8B (2024) (unverified — not in retrieved sources; treat as external). Rippling is the closest incumbent to "acts" because it bundles IT/device/app provisioning — a real competitive threat to the onboarding-orchestration wedge (deskpresso, costbench). Weakness: lock-in, complex module pricing, reported difficulty exiting contracts (costbench).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BambooHR — SMB-focused, ~$6–10/employee/mo (or $250 flat ≤25 employees); onboarding gated behind higher tiers (+$3–8 PEPM); 2–4 week implementation (deskpresso, payrollrated, peopleopsclub). Strength: simplicity/price for small teams; weakness: "basic" onboarding, limited IT integration.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Gusto / HiBob / Personio / Deel — adjacent SMB HRIS, $5–25/employee/mo (payrollrated). Onboarding included but as forms/e-sign, not cross-system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73 / 178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"act" gap is being filled not by HRIS-native AI but by identity-governance / SaaS-management tools that handle provisioning — which is exactly the cross-system orchestration HR can't do.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Zluri — next-gen IGA / SaaS management.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$20M Series B (2023) (linktly.com via timeline); 600+ direct integrations (1000+ marketplace), patented discovery engine.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Architecture: automates joiner-mover-leaver provisioning/deprovisioning across federated, unfederated, and shadow apps; explicitly markets "break free from SCIM limitations" with API-based provisioning for non-SCIM apps; no-code policy engine; ITSM-triggered provisioning; Day-1 birthright-app access from HRIS triggers (zluri.com).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tiered by team size/apps; ~$599/mo Starter, ~$999/mo Growth, Enterprise custom; AWS Marketplace lists a ~$35,000/yr private-offer reference (linktly.com, aws.amazon.com, zluri 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Strength: directly solves the provisioning-execution gap incl. the SCIM/unfederated problem; weakness: it's a product the buyer must configure/own (policy engine, 600+ integrations) — the engineering-bandwidth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74 / 178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Okta / Microsoft Entra (SCIM provisioning) — the identity incumbents. SSO is "solved tech, but identity lifecycle management is still a mess" (wedge dossier, Petie Clark); SCIM has real limitations (only a fraction of apps federate) — which is precisely why Zluri markets around SCIM. These are infrastructure the orchestration agent rides, not competitors per se.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HRIS-native AI assistants (Workday/Rippling/BambooHR AI features) — answer questions and surface data, but the wedge dossier's core point stands: they store, they don't act end-to-end across HR↔IT↔Finance.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75 / 178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HRIS: $6–10/employee/mo SMB (BambooHR) → $8/employee + platform fee modular (Rippling) → $50–150/employee/mo + 6–18 mo implementations + 3-yr lock-in (Workday). Identity/provisioning (Zluri/Okta/Entra): separate per-app or per-seat IGA spend ($35K/yr reference) — i.e., the buyer pays two stacks (HRIS + IGA) and still does the orchestration glue by hand. Auto-renewal + difficult cancellation is common (Workday 9–12 mo notice; Rippling "difficult to exit" per costbench).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76 / 178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"store-but-don't-act" gap: HRIS holds the data; nothing executes the downstream provisioning/coordination chain (wedge dossier; Integrow's 312 hrs/$125K).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integration-maintenance gap: "HR integrations are never done — Workday updates its API quarterly, breaking changes monthly" (Petie Clark) — the buyer needs someone to own and heal the wiring.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two-stack glue gap: even with Rippling (IT bundle) or Zluri (IGA), HR↔Finance↔manager orchestration + non-SCIM apps + background-check monitoring is a custom workflow nobody ships turnkey for the mid-market.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SCIM-limitation gap: Zluri itself markets that SCIM doesn't cover unfederated apps — proving the long tail of provisioning is unsolved by standard identity tooling.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77 / 178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HR / Onboarding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(RENEGOTIATE — keep the HRIS as SoR, drop the workflow seats; orchestrate across it).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"Zero-touch onboarding orchestrator" that fires on the HRIS new-hire trigger and executes — raises IT provisioning tickets, collects manager hardware/software needs conversationally (Slack), monitors background-check portals, updates the HRIS — turning HR from "human router" into approver, including the non-SCIM long tail.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HRIS workflow modules → they store, don't act; vs Rippling all-in-one → no rip-and-replace, works with the client's existing Workday/BambooHR + IdP; vs Zluri/Okta DIY → we own and maintain the cross-system orchestration (the "never done" integration), so the client doesn't staff an integration engineer to chase Workday's quarterly API breaks.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Sources: costbench.com/compare/rippling-vs-workday · deskpresso.blogspot.com/2026/01/bamboohr-vs-workday-vs-rippling · payrollrated.com/categories/onboarding · peopleopsclub.com/blog/onboarding-software-pricing-guide · shiftflow.app/blog/digital-onboarding · adtools.org/buyers-guide/rippling-vs-bamboohr-vs-gusto-vs-workday · zluri.com/saas-management + /access-management · aws.amazon.com/marketplace (Zluri IGA) · zluri pricing page · linktly.com/it-software/zluri-review · (wedge dossier verbatim: saasfieldwork.com, integrow.com, blog.petieclark.com, knowledgelib.io)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78 / 178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CLUSTER · CREATIVE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Creative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Content &amp; creative-production agents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Creative cluster — the one-slide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Use case · Pattern · Posture · Sharpest single gap · Lead line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--- · --- · --- · --- · ---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Ad/creative production · REPLACE (seats) · INTEGRATE+WORKFLOW (+BUILD) · Brand-locked variant matrix + ad-platform push is unowned; tools generate, operators stitch · "We deliver the wired variant factory, not another tool your team runs."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Video gen/editing · RENEGOTIATE · INTEGRATE+WORKFLOW · Mechanical pipeline fragmented across ~5 apps; no staged-timeline handoff · "We wire clip→caption→reframe→export and hand your editor the creative cut."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80 / 178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Creative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Personalized content · REPLACE (content seats) · INTEGRATE+WORKFLOW (+BUILD) · Mid-market squeezed between free LLMs and 6-figure governance platforms · "The LLM writes; we wire brand voice + martech and run the variant pipeline at mid-market price."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Brand/DAM · KEEP (enrichment) · INTEGRATE+WORKFLOW / DEPLOY+TUNE · Findability depends on tagging nobody sustains; governance is 15–25% of budget · "We make the DAM you already bought finally get used."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Two framing adjustments vs the generic thesis: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 content (UC3) lead with price + mid-market fit (the thesis holds: Jasper cannibalized, survivors are expensive enterprise platforms).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81 / 178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Creative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 production (UC1/UC2) lead with delivery + workflow wiring, not price (the cheap, capable tools — Canva, HeyGen, OpusClip, Bannerbear — mean the gap is "you still have to operate and stitch this," not "it's too expensive").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82 / 178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CLUSTER · CODE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Code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Engineering &amp; modernization agents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Code cluster — the one-slide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1. The thesis holds — with a calibration on #15. In legacy modernization (#16) and low-code escape (#17), the structure is exactly as the thesis predicts: incumbents defend 6/7-figure engagements and platforms; AI-natives are Global-2000/Fortune-500-first; the mid-market gets no done-for-you, owned-code outcome. In code review (#15), the challengers are NOT enterprise-only — they're cheap, viral, and benchmark-leading — so DataStaqAI's edge there is delivery/tuning/governance, not building a reviewer.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2. The strongest single proof point for the whole BUILD thesis: Mechanical Orchard — the best-funded behavior-first modernizer (&gt;$80M, GV-led, Kent Beck as Chief Scientist) — states Imogen is "built to be operated and delivered by system integrators" and is "expanding to new delivery partners." The leading method requires a delivery layer and the leader targets only the Global 2000. DataStaqAI can be that delivery layer for everyone below them.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3. The method has standardized on "behavior/runtime as the spec, owned code as the deliverable" — Mechanical Orchard, Replay, AWS Transform, IBM watsonx, Deloitte DRIVE, vFunction all converge here. DataStaqAI should adopt the same vocabulary (behavior-grounded, incremental, verified, owned) because it's now how sophisticated buyers think.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4. The sharpest, most fundable wedge is #17 (low-code escape): a quantified, recurring economic trigger ("200% more for 50% less," "$50K→$1.2M," Retool "no export-to-React," Harmonic 3–4 engineer-months), a deliverable (owned code) that low-code structurally cannot provide, and no packaged mid-market escape service in the market — only tools and destinations. It's also the natural land-and-expand: escaping the cage unblocks the AI roadmap DataStaqAI then builds.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84 / 178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Code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5. Thesis-challenging finding to be honest about in the deck: AWS Transform now offers mainframe code transformation at no cost and removed its certification gate; GitHub/Anthropic bundle review into the coding agent. The commoditization of the tool layer is real. The durable value is therefore delivery, integration, governance, and owned-outcome accountability — which is precisely DataStaqAI's posture, not a contradiction of it. Tools getting cheaper makes the delivery layer more valuable, not 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85 / 178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CLUSTER · DATA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Data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Analytics, document &amp; ops agents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 cluster — the one-slide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Use case · Top named competitors · Sharpest evidenced gap · DataStaqAI pattern · posture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--- · --- · --- · ---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Text-to-SQL / BI · Snowflake Cortex Analyst, Databricks Genie, ThoughtSpot, Hex, Tellius · Cross-platform questions have no home; agents "retrieve, don't analyze" (Databricks' own words); ~10% real-schema accuracy (Spider 2.0) · RENEGOTIATE · INTEGRATE+WORKFLOW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Document AI / IDP · Rossum (→Coupa), OpenEnvoy, Esker (→Bridgepoint), Unstract · The other 90% (match/post/route/audit) + failed-rollout rescue + off-suite consolidation tax · REPLACE · INTEGRATE+WORKFLOW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87 / 178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Predictive ops · Augury, Falkonry, UptimeAI, NanoPrecise (+ AspenTech/Siemens incumbents) · Alert≠work-order; false-positive flood is tuning labor; installed-base owner can't operate it · KEEP · DEPLOY+TUNE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· Market research · Listen Labs, Dovetail, UserIntuition, Lyssna (+ Qualtrics) · Manual synthesis still #1 pain; insight lands after the decision; cross-source pipeline unsold · RENEGOTIATE · INTEGRATE+WORKFLOW ·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Thesis-strengthening findings (use these in the pitch):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model is not the moat — proven, not asserted. Spider 2.0: ~10% real-schema text-to-SQL accuracy; Snowflake's own 45%→90% swing comes from human-built semantic models. The governed-context layer IS the product, and it's buyer-owned, ongoing labor. (Use as the universal "why done-for-you" proof.)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88 / 178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pure-AI-native, enterprise-first, sell-a-platform model is visibly fragile. C3 AI revenue −52.5% YoY, 35% layoffs, −64.6% 1-yr TSR, despite Shell/Baker Hughes PdM logos — selling a product the buyer must own/operate ≠ delivering an outcome.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Consolidation raises the integration tax for the mid-market. Rossum→Coupa, Esker→Bridgepoint, Uptake→Bosch, Qualtrics→Silver Lake — the AI-natives are being absorbed into suites/OEMs that optimize for their ecosystems, leaving off-suite mid-market to integrate alone.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Vendors admit the limits in their own docs. Databricks: Genie "does not interpret query results or offer recommendations." Snowflake: Routing Mode yields governed SQL "for about 10% of queries." Siemens Senseye value "depends on existing data feeds" needing "integration work upfront." These are quotable, not editorial.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Thesis-challenging / nuancing findings (don't oversell — be ready for these):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89 / 178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bottom of every category is genuinely cheap and self-serve — Julius ($20–45/mo, 2M users, HBS-wide), Unstract (open-source, $499/mo), Lyssna ($165/mo, bootstrapped, 320K users), UserIntuition ($25/interview). A capable mid-market buyer can DIY the simple cases. DataStaqAI's wedge must lead with the integration/workflow/maintenance that these tools push onto the user, not with "we have AI."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Some challengers already do the "hard" part. Tellius does real driver/root-cause analysis; Dovetail does evidence-grounded synthesis; UptimeAI/NanoPrecise add the GenAI knowledge layer; OpenEnvoy does real-time match+audit. The white space is cross-system delivery + ongoing operation at mid-market price, not a missing capability — position as the systems integrator, not a better algorithm.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 PdM, the data moat is real and favors incumbents/OEMs. Augury's "malfunction dictionary" and the OEM consolidation mean DataStaqAI should stay firmly in the KEEP/DEPLOY+TUNE lane (enrich the platform) rather than claim to replace it — which is exactly how POSITIONING.md already frames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90 / 178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DATA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Text-to-SQL is the headline promise of the 2024–2026 BI rebuild: business users ask a question in plain English, get a governed answer, no analyst in the loop. Both incumbents and AI-natives have converged on the same mechanism (LLM + semantic layer over the warehouse) and the same 2026 reframing — "we stopped selling dashboards and started selling agents" (tech-insider.org). The category's defining technical fact is that accuracy is a data-context problem, not a model problem.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accuracy reality (the single most important slide). Spider 2.0 (ICLR 2025 Oral; 632 real enterprise text-to-SQL problems, databases with &gt;1,000 columns on BigQuery/Snowflake): GPT-4o solves 10.1% vs 86.6% on the old toy Spider 1.0; the best o1-preview code-agent framework reaches only 21.3% (proceedings.iclr.cc; spider2-sql.github.io). Snowflake's own engineering blog confirms the fix is human work, not a better model: Cortex Analyst hits 90%+ accuracy with a hand-built semantic model vs ~45% on a raw schema dump (snowflake.com; data-today.net). This is the wedge's foundation: the agent only works once someone builds and maintains the governed context layer — exactly the labor the products push onto the buyer.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91 / 178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Microsoft Power BI Copilot. Generative report-building, DAX, and NL Q&amp;A over an existing semantic model. Gating is the story: Copilot requires a Fabric capacity, historically F64 (~$8,409.60/mo PAYG; ~$5,002.67/mo reserved) — "roughly $100K/year before preparation labour" (colrows.com). In April 2025 Microsoft dropped the floor to F2 (~$262.80/mo PAYG) but community testing shows F2 is "exhausted after ~20 questions/day"; viewer Pro seats ($14/user/mo) are still required below F64 (colrows.com; learn.microsoft.com). Net: real concurrent use still prices to enterprise.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Tableau (Salesforce) Pulse. Sits on top of dashboards — "it does not replace dashboards, it consumes them" — pushing NL summaries and anomaly detection. Included free with Tableau Cloud, but Cloud Creator is $75/user/mo and Server-only customers must migrate first (thinklytics.com).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Looker + Gemini (Google). Semantic-layer-native (LookML) but dev-heavy; ~$150K-class deployments per the prior COMPETITIVE.md grounding. (Pricing not re-verified this pass — treat the ~$150K figure as [unverified].)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shared incumbent tell: every one runs on its own semantic model and respects its own access controls. None crosses a warehouse/BI boundary, and the AI is an add-on meter on top of the seat — they will not let it eat the seat.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92 / 178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ThoughtSpot (search-first, now "agentic analytics")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Relational-search engine ("if relational-search tokens are correct, SQL is 100% accurate") now fronted by Spotter, an AI analyst agent, plus a Dec 2025 suite (SpotterViz/Model/Code/Spotter 3) and "Spotter Semantics" AI-native layer (Mar 2026). LLM-agnostic, multi-source (thoughtspot.com).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Essentials $25/user/mo (no AI agent); Pro $50/user/mo with Spotter capped at 25 queries/user/mo; consumption tier $0.10/query; Enterprise custom (thoughtspot.com/pricing).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$674M raised across 9 rounds; $4.2B valuation (Series F, Nov 2021); ~$318.2M est. ARR 2024 [est.] up from $210.6M 2023; ~1,000 customers; ~1,700 employees (getlatka.com; tracxn.com).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Lyft, Capital One, Comcast, Schneider Electric, Matillion (thoughtspot.com press release).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Mature search→SQL accuracy story; embeddable; LLM-independent. Weaknesses: Per-seat + query caps make heavy self-serve expensive; it's a full BI platform you adopt and operate, not a wired-into-your-stack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93 / 178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Snowflake Cortex Analyst (warehouse-native)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Managed text-to-SQL REST API; accuracy comes from a hand-authored semantic view (YAML) + a Verified Query Repository; "Routing Mode" prefers governed semantic SQL but "results in semantic SQL for about 10% of queries" and falls back to raw SQL otherwise (docs.snowflake.com).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Billed per message (only HTTP 200s charged); per-message cost scales with semantic-model size, not question size — "teams that ship one giant model for the whole company end up paying for every department's metadata on every question"; warehouse compute billed separately as a second meter; Cortex Search a third (data-today.net; queryplane.com).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90%+ accuracy when the semantic model is good; RBAC-governed. Weaknesses: Locked to data in Snowflake; the semantic-model YAML is the real work and the buyer owns it; cost traps for the unsophisticated.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Databricks Genie (AI/BI, warehouse-native)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No-code NL chat over Unity Catalog; chain-of-thought to SQL. Hard limits: ≤30 tables per Space (docs recommend "five or fewer"); throughput 20 questions/min/workspace UI, 5/min on the free API tier (docs.databricks.com; learn.microsoft.com).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94 / 178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retrieve≠analyze gap, verbatim from Databricks: Genie "does not interpret query results or offer recommendations. For the best outcomes, ask specific, data-driven questions rather than seeking explanations or advice" (docs.databricks.com/talk-to-genie).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Tight Unity Catalog governance; free with the platform. Weaknesses: Single-platform lock-in; table ceiling forces pre-joining/curation labor; no root-cause/driver analysis.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Hex (agentic data notebook)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Unified notebook + BI + app workspace with a "Notebook Agent" that writes queries, builds charts, chains analyses; "shared context engine" for consistency. Founded 2020 by ex-Palantir team (hex.tech; businesswire.com).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Professional $36/editor/mo, Team $75/editor/mo, Enterprise custom; per-seat credit grants for AI; pay-as-you-go compute add-on (hex.tech/pricing).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$70M Series C (May 2025, led by Avra; a16z, Sequoia, Snowflake Ventures); 1,500+ teams (hex.tech/blog/series-c; fortune.com).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95 / 178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Reddit, StubHub, HubSpot, Cisco, Figma, Anthropic, Rivian, NBA, Notion, Brex (businesswire.com).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Genuinely does deep analysis (not just retrieval); loved by technical teams. Weaknesses: Aimed at data practitioners, not the business user trying to skip the analyst; per-seat.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Julius AI (consumer-grown "AI data analyst")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"Talk to it like an analyst"; writes/executes code, builds models and viz from NL; warehouse connectors (Snowflake/BigQuery/Postgres) that select only relevant tables per query; Slack agent (julius.ai).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Free; Plus $20/mo; Pro $45/mo (5,000 credits); Max $200/mo; up to Growth $750/mo (julius.ai/pricing).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$10M seed (July 2025, Bessemer; YC, 8VC, AI Grant; angels incl. Perplexity/Vercel/Twilio founders); 2M+ users, 10M+ visualizations; reached 2M users before raising VC, largely via SEO ("AI data analysis" #1 result) (techcrunch.com; tbpndigest.com).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96 / 178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Customers/adoption: Harvard Business School's entire MBA cohort (1,000+ students), Rice University (tbpndigest.com).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Bottom-up viral, dirt-cheap, embraces the "wrapper" model. Weaknesses: Self-serve individual tool; no governance/ACL story for enterprise; founder openly bets on staying a thin product layer.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Tellius (decision-intelligence / "agentic analytics")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The one challenger explicitly built to close the retrieve≠analyze gap — "automatically tests hundreds of hypotheses, ranks drivers by impact," does P&amp;L variance decomposition and root-cause, via the Kaiya agent; MCP/Slack/Teams "Kaiya Everywhere" (tellius.com).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Premium (≤10 users, Tellius Cloud) vs Enterprise (unlimited, customer-cloud/on-prem); list pricing gated (tellius.com/pricing).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$34.85M raised total (Series B-II) — modest vs peers (cbinsights.com).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97 / 178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Novo Nordisk, PepsiCo, eBay; Pelmorex cut analysis 20 hrs→30 min (tellius.com/customers; cbinsights.com).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Actual driver-ranking/"why" analysis, not just SQL retrieval; strong in pharma/CPG commercial analytics. Weaknesses: Smaller war-chest; still a platform you adopt and model your data into.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98 / 178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Three pricing models coexist and don't converge: per-seat (ThoughtSpot $25–50, Hex $36–75), per-query/consumption (ThoughtSpot $0.10, Cortex per-message, Genie per-warehouse-second), and flat-cheap SaaS (Julius $20–45). Buyers can't compare apples to apples.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hidden second meter: warehouse compute (Cortex, Genie) is billed separately from the agent — a "chatty dashboard" costs on two or three lines (data-today.net).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GTM split: incumbents sell top-down via existing capacity/seat relationships; Julius/Hex grow bottom-up; warehouse-natives ride the data-platform land.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99 / 178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G1 — Cross-platform questions have no home. Cortex reads only Snowflake; Genie reads only Unity Catalog (≤30 tables). A question spanning margin in Snowflake + telemetry in Databricks + reference data in Postgres has no native owner. (docs.snowflake.com; docs.databricks.com)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G2 — They retrieve, they don't analyze. Databricks states Genie "does not interpret query results or offer recommendations" (docs.databricks.com). Only Tellius/Hex do real driver/root-cause analysis — and those are practitioner/enterprise tools.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G3 — The semantic layer is the product, and it's unglamorous, ongoing buyer-owned labor. 45%→90% accuracy swing comes entirely from the YAML/LookML/metric-view a human builds and maintains (snowflake.com; queryplane.com). Per-message cost even scales with model size, punishing the monolithic models naive teams ship.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G4 — Real-schema accuracy is still ~10–21% out of the box. Spider 2.0 proves the "just point it at your warehouse" pitch fails on enterprise schemas without curation (proceedings.iclr.cc).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100 / 178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NL Analytics / Text-to-SQL /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Pattern: RENEGOTIATE (warehouse stays system-of-record; BI seats compress). Posture: INTEGRATE + WORKFLOW (occasionally BUILD the semantic/context layer).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 ("Ask-the-Warehouse Agent, NL→Verified SQL"): Build and maintain the cross-platform semantic/context layer + verification pass, and own the analysis workflow (driver ranking, root cause), so the answer arrives with the metric definition attached.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warehouse-natives (Cortex/Genie) → we cross platform boundaries they can't and do the "why" they explicitly don't; vs ThoughtSpot/Hex seats → outcome not another per-seat BI tool; vs DIY → the semantic layer + verification is exactly the ongoing labor (the 45%→90% delta) the buyer has no bandwidth for. The Spider 2.0 number (10%) is the discovery-call opener: "the model is the cheap part; the governed context is the work — and that's what we deliver and run."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101 / 178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DATA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Document AI / IDP / OCR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Invoice/document automation is a mature category in name but unsolved in practice. The grounding dossier's stat stands: manual AP keying rose from 60% (2023) to 66% (2025) despite billions in spend, because template OCR breaks on the long tail of vendor formats. The 2024–2026 shift is from template/zonal OCR to template-free VLM/LLM extraction plus end-to-end workflow (3-way match, ERP posting, approval, audit) — and the category is consolidating into the ERP/spend-management incumbents, which is the defining strategic fact: Rossum was acquired by Coupa (May 2026) and Esker taken private by Bridgepoint + General Atlantic (2024). Consolidation raises the integration tax for anyone not already on that stack.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102 / 178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ERP-native OCR (NetSuite, Coupa pre-Rossum, SAP, Oracle, Dynamics). Template-based capture bolted with ML/OpenAI. Coupa "introduced its own product in 2017 with template-based extraction… recently added OpenAI integration" — and then bought a specialist (Rossum) rather than match it organically (deep-analysis.net). This is the thesis in one move: the incumbent won't build the hard part; it acquires it and folds it into the suite.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Legacy IDP (ABBYY, Hyperscience, UiPath, Nanonets). Mature, enterprise-priced, integration-heavy (cbinsights.com).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Pattern: the SoR/ERP stays; OCR is a module. None of them rescue a failed OCR rollout on someone else's stack — that's not their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103 / 178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Rossum (template-free transactional LLM)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"Aurora" — a proprietary transactional LLM (T-LLM) trained on millions of business docs; template-free layout understanding, 276 languages, handwriting, 4× faster on 100+-page docs; AI agents that read, validate, email, request approval, and write to the ERP per SOPs (rossum.ai; idp-software.com).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Business from $18,000/yr (unlimited seats, volume-based on pages/docs); Enterprise/Enterprise+ tiers add master-data matching, SSO, multi-doc transactions; 1-yr minimum (rossum.ai/pricing).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Funding/valuation: $114.5M total ($100M Series A, 2021, General Catalyst + Elad Gil); acquired by Coupa, May 2026; 2025 revenue $35–40M [est., Deep Analysis]; implied EV $160–300M [est.] (cbinsights.com; deep-analysis.net).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Wolt (−44% error rate), Fugro (−70% processing time), Eurowag (9 days→4 days, 60%→90%+ on-time pay), Panasonic, Veolia, Bosch; $1.3T transactions processed [self-reported, unverified] (rossum.ai; idp-software.com).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Best-in-class template-free accuracy + true agentic workflow; IDC Leader, Gartner Strong Performer. Weaknesses: Cloud-only, no on-prem; now inside Coupa — great if you're a Coupa customer, an integration tax if you're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104 / 178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OpenEnvoy (real-time verification / "Autonomous Finance")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Verifies every payable/receivable/expense before money moves; capture+code+match in real time; N-way match and real-time audit; ERP connectors to Oracle/SAP/NetSuite/Sage/Dynamics/Workday (openenvoy.com).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Fixed token pricing (prepay, rate locked for contract term even if AI costs rise); up to 20% volume discount; Self-Service instant, Growth live &lt;90 days (openenvoy.com/pricing).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Funding: $15M Series A (2023, RRE Ventures; Coelius, Hack VC, Riot, Uncorrelated); strategic investment from Schreiber Foods venture arm (Jan 2025) (prnewswire.com; openenvoy.com).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Proof/customers: $3.2B overbillings caught for customers; accuracy lifted 90.53%→99.69%, processing to 200ms; Raney's (100% suppliers digitized in 60 days); a case study showing $16M verified overbillings in 3 months, 69% human-free AP, 12K+ duplicate invoices blocked (openenvoy.com case studies).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Real-time audit/overbilling-recovery angle (hard-dollar ROI); predictable pricing. Weaknesses: Smaller funding base; finance-ops-specific (not general document AI); still a product to adopt and integrate.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105 / 178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Esker (incumbent-scale source-to-pay, AI-driven)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End-to-end Source-to-Pay + Order-to-Cash with AI capture/coding/routing, human-in-the-loop control, 70+ ERP integrations (esker.com).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Scale/financials: €205.3M revenue 2024 (+15%); SaaS €167.9M (82% of revenue); ~72M invoices/yr, 3,000+ customers; &gt;90% accuracy; founded 1985 (esker.com Q4 2024; checkthat.ai).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Ownership: Taken private by Bridgepoint + General Atlantic at €262/share (announced Sept 2024, closing 2025) (esker.com press release).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NVIDIA, Whirlpool, Sony, Boston Red Sox, Lennox (checkthat.ai; esker.com).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Proven scale, deep ERP coverage, CFO-office breadth. Weaknesses: Mid-market-to-enterprise sales motion; you adopt the Esker platform, you don't get a wired-into-your-stack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106 / 178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Unstract (open-source, LLM-native, bring-your-own-model)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Open-source (AGPL) no-code platform; "LLMWhisperer" layout-aware OCR feeds your choice of LLM/vector-DB/embeddings; Prompt Studio for schema design; "LLMChallenge"/SinglePass for accuracy; document-agnostic, no templates; deploy cloud, on-prem, or self-host (unstract.com).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Cloud from $499/mo (Starter) to $2,249/mo; LLMWhisperer pay-as-you-go $1–15 per 1,000 pages; 100 pages/day free; bring-your-own LLM keys; SOC2/ISO/HIPAA; on-prem in your VPC (unstract.com/pricing; unstract.com/unstract-editions).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Lowest cost-of-control; on-prem/data-residency; you own infra and pick the model. Weaknesses: It's a toolkit, not an outcome — somebody still has to build the schema, the pipeline, the ERP wiring, and run HITL. (That somebody is exactly DataStaqAI's role.)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107 / 178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Volume/transaction-based dominates (Rossum pages, OpenEnvoy tokens, Esker transactional). Annual contracts are standard (Rossum 1-yr min).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Consolidation as GTM: the winning AI-natives exit into incumbents (Rossum→Coupa, Esker→PE roll-up), which means the buyer's choice increasingly is "adopt the whole suite" — the integration tax goes up for off-suite mid-market.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Open-source bottom (Unstract) vs enterprise top: a barbell with a thin middle — precisely the mid-market.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108 / 178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G1 — The other 90% isn't OCR. Routing, 3-way match, ERP posting, approval, audit trail — the workflow, not the extraction — is where projects fail and where the FTE cost lives (grounding dossier; OpenEnvoy/Rossum both pitch the workflow, not just capture).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G2 — Failed-rollout rescue has no vendor. Buyers who tried built-in OCR, got choked on half their formats, and reverted to manual are a defined, motivated segment no product owner targets — they sell new deployments, not rescues.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G3 — Off-suite mid-market pays the consolidation tax. Rossum→Coupa and Esker's PE roll-up optimize for their own ecosystems; a NetSuite/Sage/Dynamics shop with a diverse vendor base is left to integrate a separate best-of-breed tool itself.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G4 — On-prem/data-residency + buyer-owned model is a toolkit (Unstract), not a delivered outcome. The schema/pipeline/wiring/HITL labor is unbuilt.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109 / 178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Document AI / IDP /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Pattern: REPLACE (capture seats + clerk role go; ERP SoR stays). Posture: INTEGRATE + WORKFLOW (with Unstract as a credible BUILD substrate when on-prem/data-residency is required).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 ("Read-Like-a-Human Document Agent, End-to-End AP"): A template-free VLM agent wired into Dynamics/SAP/Oracle/NetSuite that does the other 90% — match, post, route, audit — starting with the exact vendors that broke the last OCR system.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Rossum/Esker → no whole-suite adoption, we wire into your ERP at mid-market price; vs Unstract DIY → we build and run the pipeline+HITL (the toolkit's missing labor); vs more clerks → that's the FTE you're escaping. Distinct entry signal: the failed-OCR/back-to-manual AP rollout (a rescue, which no product vendor sells).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110 / 178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DATA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Industrial predictive maintenance is the cluster's KEEP/enrichment play: the moat is proprietary sensor/operational data, so the agent augments the incumbent platform rather than replacing it. The grounding dossier's pain stands — 87,000 alerts/month, a real failure missed for 11 days, 70% of PdM programs fail within two years. The 2024–2026 frontier is (a) multi-sensor fusion + operating context to kill false positives, and (b) a GenAI knowledge/virtual-expert layer that turns an alert into a diagnosis + recommended action + work order. The defining strategic facts: the OEMs/process-software incumbents own the category, the AI-natives that stayed pure-play are either consolidating into OEMs (Uptake→Bosch) or struggling badly when public (C3 AI −52.5% YoY).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111 / 178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AspenTech Aspen Mtell. AI failure prediction up to 90 days advance, embedded FMEA that auto-prescribes corrective action, deep EAM/ERP integration; claims −30% maintenance cost, +20% uptime. GSK: 35-day advance warning, seal-replacement interval extended 8→25 batches, 50% lifecycle-cost reduction; also YPF, OCP Ecuador (aspentech.com; aspentech case studies).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Siemens Senseye (Xcelerator). Scales PdM across large mixed fleets without a sensor on every machine; ingests existing condition/SCADA/maintenance data; attention-index ranking + remaining-useful-life; automated case management. Pricing is per-asset subscription quote, no free tier, enterprise sales motion; BlueScope, Sachsenmilch (siemens.com; inzonex.co.uk).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Honeywell, GE Vernova, Emerson (Mtell heritage). OEM-scale APM suites (grounding dossier).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Pattern: these own proprietary asset templates + sensor data (the moat) and sell big multi-year deployments. They bolt GenAI on top but never give up the platform — the KEEP thesis.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112 / 178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Augury (the category unicorn)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Hardware sensors (vibration/sound/temperature) + "the malfunction dictionary" (largest mechanical-signal dataset); now AI agents that not only detect/locate but recommend and (roadmap) automate fixes (augury.com; calcalistech.com).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Funding/valuation: Series F $75M (Feb 2025), &gt;$1B valuation, an up-round; total funding ~$361M (Calcalist) — note getlatka lists $155M total [discrepancy; treat $361M as the more credible, round-by-round figure]; CEO targeting ~$100M ARR / IPO horizon; getlatka lists ~$155M ARR 2025 [est.] up from $75M (techcrunch.com; calcalistech.com; getlatka.com).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Scale/proof: 99.9% failure-detection accuracy, 5–20× ROI at scale (per lead investor); 1.1B+ hours machine data; 170+ manufacturers, 40+ countries; 310% ROI in a Forrester TEI; Verdantix Leader 2025; ~80% of deployments are legacy "brownfield" (augury.com; calcalistech.com).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PepsiCo, Nestlé, DuPont, Colgate-Palmolive; Baker Hughes partnership (strategic investor); Schneider Electric Ventures (techcrunch.com; calcalistech.com).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Data moat, proven ROI, agent roadmap. Weaknesses: Hardware + platform commitment; enterprise/Fortune-500 motion; you buy Augury's sensors+platform, not an agent on your existing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113 / 178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Falkonry (time-series AI, software-only)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No-code/low-code multivariate pattern + anomaly discovery on existing telemetry/SCADA; edge-to-cloud, sensor/domain-agnostic; "citizen data science," deploy in hours-to-days, root-cause discovery (falkonry.com).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Scale/proof: 4 patents; CB Insights AI 100 (2019, 2020); 60+ customers, 250+ use cases, 12 industries; US Air Force/Navy/DoD strategic program; a $10B+ steel company running dozens of use cases at 10× faster pace; Ternium APM (falkonry.com; info.falkonry.com).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No new sensors/code, fast time-to-value, strong DoD/heavy-industry credibility, customer-owns-the-models ethos. Weaknesses: Still a platform engineers must operate; funding/scale not publicly large.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UptimeAI ("Virtual Expert")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AI virtual expert with 1,000+ built-in failure modes, patented system models, self-learning workflows; detects, explains cause, and prescribes fix; 4× faster issue resolution toward autonomous operations (cbinsights.com).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114 / 178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Funding: ~$19.07M total ($14M Series A, July 2024, WestBridge Capital; Emergent Ventures, Aditya Birla Ventures) (cbinsights.com).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50+ enterprises — Jindal Steel, JSW Steel, ArcelorMittal Nippon Steel, Adani, UltraTech, TATA Power, Nova Scotia Power; Petroleum Development Oman; strong India + GCC footprint (cbinsights.com).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The GenAI-knowledge-layer/virtual-expert pattern done well; explainability + prescription. Weaknesses: Smaller, geographically concentrated; a platform to adopt.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NanoPrecise (energy-centric PdM + GenAI synthetic data)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"Energy-centric predictive maintenance as a service"; uses GenAI to synthesize training data for the ~90% of faults that lack labeled data, LLM-based pattern recognition, root-cause + explainability; six data-point agile service model (arcweb.com; nanoprecise.io).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Proof/customers: Cydril Americas (oil &amp; gas) — ~$3M value in one year from 1–2 rigs/~100 sensors; Tata Steel — ~$5.5M/yr savings, ~10× ROI (arcweb.com).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115 / 178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Novel energy-consumption angle + synthetic-data fix for sparse faults; fast ROI. Weaknesses: Smaller vendor; sensor/service bundle.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C3 AI — the thesis-strengthening cautionary tale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Enterprise AI platform with PdM as a flagship app; pure AI-native, enterprise-first, single-platform.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Reality (public company): Q1 FY2026 revenue $51.6M, −52.5% YoY; restructuring cutting ~35% of workforce; targeting $130–135M cost savings; 1-yr total shareholder return −64.60%; management admitted "very weak sales execution." Still landing big PdM logos (Shell expanding to 13,000+ assets, Baker Hughes) (simplywall.st; c3.ai FY2026 results).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Why it matters: The clearest market evidence that the AI-native, enterprise-first, sell-a-platform model is brittle — even with marquee PdM customers, the product-not-delivery approach is contracting hard.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Uptake — consolidating into an OEM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116 / 178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Being acquired by Bosch to scale AI fleet PdM; United Road reported 4× ROI; warranty-claim automation (uptake.com). Another AI-native exiting into an incumbent OEM rather than standing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117 / 178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Per-asset / per-site subscription quotes (Senseye explicitly; Mtell enterprise) — no transparent self-serve; ROI cited at 6–18 months.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Hardware+platform bundles (Augury, NanoPrecise) vs software-on-existing-data (Falkonry, Senseye, UptimeAI).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GTM is consolidating into OEMs/process-software (Uptake→Bosch, Augury tied to Baker Hughes/Schneider) — the moat is the data, so the data owners win.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118 / 178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G1 — False-positive flood / alarm fatigue persists even on $1M+ platforms; the fix (multi-sensor fusion + operating context) is tuning/integration labor, not a product SKU (grounding dossier).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G2 — Alert ≠ work order. Few platforms emit a CMMS work order with severity, recommended action, and parts status; the GenAI knowledge/virtual-expert layer (UptimeAI, NanoPrecise) is new and not yet wired into most installed bases.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G3 — The installed-base owner can't operate it. Senseye/Mtell value "depends on existing data feeds" and "needs historian/SCADA integration work upfront" (inzonex.co.uk) — exactly the bandwidth the mid-market plant lacks.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G4 — Pure AI-native enterprise model is fragile. C3 AI's −52.5% revenue proves selling a platform (vs delivering an outcome) struggles; Uptake's exit confirms the data-owner consolidation.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119 / 178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Predictive Ops /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Pattern: KEEP (the sensor/operational data is the moat; the agent makes the investment finally pay off). Posture: DEPLOY + TUNE (stand up + tune a mature tool the plant can't operate alone; layer the triage/work-order agent on the existing PdM platform).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 ("Trustworthy Triage Agent — Fuse → Contextualize → Work-Order"): Sit on top of the installed Senseye/Mtell/Augury platform, fuse multi-sensor signals into a composite health score, apply operating context to suppress noise, and emit a CMMS work order — not an alert.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rip-and-replace → keep the data moat (safest for regulated/risk-averse buyers); vs the incumbent's own roadmap → they sell the platform, not the tuning+CMMS wiring on your historian; vs DIY → sensor-fusion + integration is the exact labor the C3-AI/Senseye experience shows nobody has bandwidth for. Entry signal: a real failure missed amid the noise ("$340k while we ignored the dashboard").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120 / 178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DATA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market-research industry is ~$140B annually (a16z estimate, cited by Listen Labs) and populated by legacy players "some with more than a billion dollars in revenue" that the AI-natives see as vulnerable (venturebeat.com). The grounding pain stands: a UX researcher "spent an entire week synthesizing" 12 interviews; 60.3% of 300 practitioners cite manual synthesis as their #1 frustration; traditional panel-to-insight cycles take 6–8 weeks and deliver after the decision was already made. The 2025–2026 disruption splits into two AI-native plays: AI-moderated interviews at scale (Listen Labs, UserIntuition) that collapse recruit→moderate→synthesize to hours, and AI-grounded research repositories (Dovetail) that make the synthesized evidence base queryable and traceable.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121 / 178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Qualtrics. The category king: 19,000+ organizations; acquired by Silver Lake + CPP at ~$12.5B (2023) after SAP ownership. Repackaged April 2024 into AI suites incl. "XM for Strategy &amp; Research," moved to interaction-based pricing (a survey response/call/chat = an interaction); now pushing "synthetic audiences" ("cultural radar," week→hours) and "Experience Agents." Claims 50% lower cost vs traditional research (qualtrics.com pricing/news).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Panels/agencies (Kantar, Ipsos, Nielsen BASES). $15,000–$500,000+ per project; Kantar reports 38% of survey data discarded for quality (userintuition.ai citing Kantar).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Pattern: the incumbents own the panel/data relationships and bolt AI (synthetic audiences, text analytics) onto the existing seat/interaction model — the RENEGOTIATE setup (proprietary sources keep value; the synthesis seat is displaced).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122 / 178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Listen Labs (AI-moderated interviews at scale)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AI researcher finds participants (30M+ global network), runs in-depth AI-moderated voice interviews with follow-ups in 100+ languages, and packages executive-ready reports + highlight reels + slide decks "in hours, not weeks" (listenlabs.ai).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Funding/valuation: $100M total raised; Series B $69M (Jan 2026, Ribbit Capital led; Sequoia, Conviction, Pear) at $500M valuation; Series A $27M (Apr 2025, Sequoia); Harvard origin (venturebeat.com; fortune.com; sequoiacap.com).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Scale: 1M+ AI interviews conducted; 15× annualized-revenue growth in 9 months to "eight figures" (venturebeat.com).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Microsoft, Canva, Chubbies (24× youth research participation, 5→120), Emeritus; (300,000+ interviews cited at Series A) (sequoiacap.com; venturebeat.com).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annual contract ~$20K base platform fee + $300–400/session [unverified — sourced from UserIntuition's competitor comparison, not Listen Labs directly] (userintuition.ai/pricing).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123 / 178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Depth + scale + speed; consultant-grade auto-deliverables; well-funded. Weaknesses: Annual contract, bills regardless of session quality (per competitor critique); a platform you adopt.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Dovetail (AI-grounded research repository)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"Customer Intelligence Platform" unifying interviews/tickets/calls; AI surfaces themes/sentiment with every insight traceable to source evidence (exact quote, video clip, session); runs GenAI on AWS Bedrock, data never trains models; emphasizes the durable, compounding org-memory a generic LLM+MCP can't replicate (dovetail.com).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Funding/valuation: $63M Series A (2022, Accel) at &gt;$700M valuation; $71M total; founded 2017 (dovetail.com/blog/series-a; businesswire.com).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Scale/customers: 2,600+ customers / 45,000+ users — Affirm, Arm, Atlassian, Canva, Deloitte, PwC, Porsche, Shopify, Starbucks, Workday; Forrester TEI 236% ROI, &lt;6-mo payback, composite pays ~$163,200/yr in seats (businesswire.com; tei.forrester.com).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Best-in-class evidence-grounding + governance (PII redaction, RBAC, SOC2/ISO/HIPAA); compounding knowledge base. Weaknesses: Per-seat repository you adopt and populate; synthesis still needs the researcher.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124 / 178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UserIntuition (the pricing disruptor)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AI-moderated 30+-min depth interviews; only bills for interviews that pass automated Length/Depth/Coverage scoring (userintuition.ai).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$25/quality interview (Professional $2,499/mo = 100 interviews; or $20/audio on the $999/mo tier); a 5-interview study from $150 vs $15,000–$27,000 at an agency; 4M+ panel; 24-hr results; 3 free interviews, no contract (userintuition.ai/pricing).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Positioning: Explicitly attacks Listen Labs' "annual contract + ~$20K base + $300–400/session billed regardless of quality" and cites Kantar's 38%-discarded-data stat (userintuition.ai compare page).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Radical pricing transparency + pay-for-quality-only; lowest entry cost. Weaknesses: Smaller/younger; funding undisclosed; still a self-serve product.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Lyssna (bootstrapped UX-research platform)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125 / 178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Usability testing + surveys + moderated/unmoderated interviews + recruitment in one tool; the source of the grounding 60.3%-synthesis-pain survey (lyssna.com).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Free; Standard $165/mo (5 seats, 5 in-depth studies/mo); Enterprise custom; panel priced separately (lyssna.com/pricing).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Scale: 320,000+ users, 690,000+ panel, 124 countries, NPS 58; bootstrapped, no VC (formerly UsabilityHub); GoDaddy, Klarna (lyssna.com; washingtonindependent.org).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Cheap, broad, profitable, sticky. Weaknesses: UX-testing-centric (5–15-min task videos), not deep motivation research; a self-serve tool the team operates.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126 / 178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Per-interview/per-session usage pricing is taking over from project fees (UserIntuition $25/interview, Listen ~$300–400/session) — the 93–96% cost cut vs agencies is the wedge AI-natives lead with.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Repository = per-seat (Dovetail) vs interview engine = per-interview (Listen/UserIntuition) — different unit economics for different jobs.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GTM: Listen top-down enterprise + viral stunts; UserIntuition/Lyssna bottom-up self-serve; Qualtrics incumbent renewal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127 / 178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G1 — Manual synthesis is still the #1 pain (60.3% of 300 practitioners — lyssna.com); even with AI interviews, turning a wave of transcripts into a decision-ready, queryable evidence base that spans sources is unsolved for the buyer.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G2 — Timing mismatch persists. 6–8-week traditional cycles "deliver after the decision was already made" (grounding dossier); the value is continuous on-demand synthesis wired into the product cadence, not a faster one-off study.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G3 — Tools generate; the operator stitches. Listen runs interviews, Dovetail stores evidence, Qualtrics runs surveys — but connecting recruit→interview→synthesize→queryable-evidence-base across the buyer's own sources/CRM is workflow nobody sells as a managed outcome.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G4 — Quality/governance is buyer-owned. 38% of survey data discarded (Kantar); evidence-traceability (Dovetail) and quality-scoring (UserIntuition) are product features, not a delivered, maintained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128 / 178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Market / Customer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Pattern: RENEGOTIATE (proprietary data sources keep value; standalone research-tool/synthesis seats displaced). Posture: INTEGRATE + WORKFLOW.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 ("Continuous Insight Agent — Synthesize-on-Demand"): Wire a best-of-breed interview engine + a grounded, queryable evidence base into the client's own research inputs/CRM, and own the recruit→transcribe→synthesize→evidence-base workflow so insight arrives while options are open, with a growing corpus across waves.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Listen/Qualtrics seats → on-demand outcome, not an annual contract for a tool; vs Dovetail repository → we build and run the cross-source synthesis pipeline, not just sell storage; vs DIY → the synthesis + evidence-base wiring is the exact labor (the "week of synthesis") the buyer is drowning in. Entry signal: research landing after the roadmap decision it was meant to inform.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129 / 178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CLUSTER · SECURITY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Security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SecOps, fraud &amp; compliance agents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Security cluster — the one-slide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1. The thesis holds — with a sharper edge. In security the AI-natives moved down-market faster than in legal/CX (Dropzone $36K, Radiant flat-rate, Sprinto $4K). So the wedge is delivery, not price: the buyer can afford a tool but can't select, integrate across a multi-vendor stack, tune, govern, and operate it. The single most-cited market restraint across SOC (Mordor −2.8%), GRC (RegScale 23%+23%), and fraud ("context lives in other systems") is integration + skilled staff — which is precisely what DataStaqAI sells.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2. The four use cases split cleanly by posture: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DEPLOY+TUNE — SIEM/threat detection (stand up Dropzone/Radiant/Intezer on the existing SIEM; KEEP).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INTEGRATE+WORKFLOW (+ BUILD) — SOAR (migrate off Phantom/XSOAR, build the policy envelope; REPLACE).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131 / 178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Security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INTEGRATE+WORKFLOW — fraud (case-file enrichment on existing models; KEEP) and GRC (source-grounded evidence into the GRC SoR; KEEP).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3 of 4 are KEEP/enrichment — the safest framing for regulated/risk-averse security buyers. Lead with KEEP.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3. The challengers themselves prove the white space: Torq is openly Fortune-100; Feedzai is openly tier-1-bank; every MSSP story is an MSSP adopting a tool, never "we built/run the agent layer for the MSSP." Tines needed professional services to make Mars succeed. Scrut is bundling services because buyers want delivery. Nobody is selling the done-for-you integration + operation of the agent layer at mid-market price — that is DataStaqAI.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4. Thesis-strengthening finding: GRC services are projected to outgrow software in share (12.98% CAGR) and SMEs to outgrow enterprises (13.02%), and the autonomous-SOC market grows 24.77% CAGR with its top three restraints all being "someone has to integrate/govern/afford this." The market is structurally bending toward delivered, down-market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132 / 178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Security cluster — the one-slide synthesis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How the cluster competitive picture nets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5. Thesis-challenging finding (put on the table honestly): the SOC AI-natives are well-capitalized (Torq $332M, Dropzone $57M, Tines $272M) and several are channel/MSSP-led — meaning a partner ecosystem already exists that DataStaqAI must either join (deliver on Dropzone/Radiant/Swimlane as an implementation partner) or out-deliver on neutrality (multi-vendor, client-owned outcomes). The cleanest position: vendor-neutral delivery layer that picks the right agent for the client's stack and runs it — not a reseller of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133 / 178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SECURITY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SIEM is forecast to grow at a 10.1% CAGR through 2029 (IDC Worldwide SIEM Forecast 2025–2029), with the structural twist that SIEM is priced on ingest — "the more data brought in, the greater the amount spent." IDC explicitly flags data-pipeline management and security data lakes as inhibitors — i.e., customers are actively trying to ingest less.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autonomous SOC market is the faster curve: $8.41B (2025) → $10.41B (2026) → $31.48B (2031) at 24.77% CAGR (Mordor Intelligence). Mordor names the three top restraints, all of which are DataStaqAI selling points: model explainability/auditability concerns (−3.4%), integration complexity with legacy SIEM/SOAR/EDR stacks (−2.8%), and high compute cost of agentic workloads (−1.9%).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operational pain is quantified in the SIEM dossier: 4,400 alerts/day, only 37% investigated, 50–80%+ false positives, 70% analyst burnout, tenure &lt;3 years (D3 Security; Command Zero r/cybersecurity).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134 / 178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Microsoft Sentinel — consumption SIEM priced $2.46–$5.13/GB pay-as-you-go; commitment tiers run 100 GB/day = $123/day ($44,895/yr); 500 GB/day = $585/day ($213,525/yr); 1 TB/day = $1,150/day ($419,750/yr); 5 TB/day = $5,500/day ($2.0M/yr). Crucially, Microsoft Defender XDR data ingests at $0 (atonementlicensing.com; microsoft.com pricing). AI bolt-on = Security Copilot, billed in Security Compute Units (SCUs): $4/provisioned SCU/hour, $6/overage SCU; Microsoft 365 E5/E7 get 400 SCUs/month per 1,000 licenses up to 10,000 (learn.microsoft.com). The economics: a single multi-plugin prompt can burn 3.5–7.2 SCUs in an hour ($16–$35+/hour worked example), so heavy investigation use is metered and unpredictable.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Splunk (Cisco) — the price anchor everyone attacks. At 50 GB/day, Splunk Cloud + Enterprise Security lists $175K–$215K/yr, ~$139K after a 25% EA discount, vs ~$52K for Sentinel — a structural ~2.7× gap; a 5-year TCO comparison puts Splunk at $1.13M vs Sentinel at $688K (siemcostcalculator.com). Splunk's AI plays bolt onto the same ingest-priced platform.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Google SecOps / Chronicle, IBM QRadar (now Palo Alto) — QRadar SaaS was acquired by Palo Alto Networks, and Exabeam merged with LogRhythm (IDC; windsordrake.com) — i.e., standalone SIEMs are consolidating because they "lack the scale to survive independently."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incumbent bolt-on tell: AI is sold as an add-on metered against the same ingest/compute the buyer is already trying to shrink. The incumbent will not cannibalize ingest revenue by helping you send less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135 / 178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Prophet Security — AI SOC platform; "investigate every alert."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Agentic platform spanning Prophet AI SOC Analyst (autonomous triage/investigation/response), Threat Hunter, and Detection Advisor. Plans/executes investigations "like a senior analyst… not rigid playbooks," ingesting org context and learning from analyst feedback.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$30M Series A led by Accel (July 2025), with Bain Capital Ventures; later strategic investments from Amex Ventures and Citi Ventures (Feb 2026). Over 1M investigations performed, 360,000 hours saved, 96% fewer false positives in its first six months (BusinessWire); later cites 98.5% fewer FPs, 4-min MTTR, 0-min dwell, 10× productivity.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Docker, Penske, JB Poindexter, Redis, Compass, Instacart, Moveworks, ETS, Udemy, IAC, Thirty Madison, Cabinetworks (hours→minutes), Upgrade. A named CISO data point: Eric Wille cut alert volume from 33,200 to six alerts needing human attention (VentureBeat).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Not public; Prophet's own blog dissects AI-SOC pricing models (per-alert/per-investigation, per-endpoint, per-data, flat) — signaling negotiated/enterprise contracts.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Breadth (investigate + hunt + tune detections), strong logo set, explainable reasoning, fintech-grade strategic backers.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136 / 178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Enterprise-first GTM; pricing opaque; still a product the buyer integrates across its stack and supervises.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Dropzone AI — pre-trained autonomous AI SOC analyst; the down-market price leader.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Multi-agent system replicating expert analyst technique (Collect → Comprehend → Conclude, recursive reasoning). No playbooks, no code, no log normalization; pre-trained on 90+ integrations, coachable in natural language. Auto-containment (block IPs, disable accounts).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$57.35M total — $37M Series B led by Theory Ventures (July 2025), $16.85M Series A, $5.6M seed; founder Edward Wu (ex-ExtraHop detection engine). 300+ deployments; Gartner Cool Vendor for the Modern SOC, CB Insights AI 100 2025.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 (rare public number): Starts at $36,000/year for 4,000 investigations per AI analyst, unlimited users; bundles $18K+ in threat-intel subscriptions (CrowdStrike Falcon Intel, GreyNoise) at no extra cost.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UiPath, Zapier, Pipe, Assala Energy, Mysten Labs; CBTS (MSSP) offloads 30–50% of alert volume. Reports 85–90% reduction in manual investigation, 10×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137 / 178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Transparent floor price, MSSP traction, fast deploy, threat-intel bundle improves TCO.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Investigation-capacity metering means cost rises with noisy detections; still buyer-operated; "directs vs executes" model assumes in-house analyst maturity.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Radiant Security — unbounded AI SOC + built-in log management ("no SIEM tax").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Dynamically builds and executes triage logic per alert across email, identity, endpoint, network; integrated log management stores logs "without the SIEM tax." Claims up to 98% FP elimination; analysts review just 1–3 alerts/day.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$15M Series A led by Next47 (Nov 2023); founders are Imperva/Exabeam veterans. Knowledge-graph + autonomous decision engine, API-deploy in minutes.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Flat-rate pricing explicitly marketed for "predictable, sustainable economics" and lean teams (not per-GB) — a direct shot at the ingest-priced incumbents.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138 / 178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Kyowa Kirin (pharma, escalated a real threat within 2 hours of install); RFA (financial-services MSSP, self-serve email triage, provision a new client tenant in &lt;1 hour, triage 45 min→10–15 min); Spellman (200–300 hrs/month saved at just 15% automation; direct founder/CTO access cited as differentiator).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The log-management bundle reframes the SIEM-cost business case; strong MSSP and mid-market fit; flat pricing.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Smaller war chest than Torq/Prophet/Dropzone; the integrated-log-store play can collide with an incumbent SIEM the buyer won't rip out.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Torq (HyperSOC) — the category's capital and logo leader; SOAR-killer turned AI SOC.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HyperSOC 2.0 = "first AI SOC" with a Multi-Agent System and native MCP support; agents triage/investigate/respond with audit logs and human-on-the-loop override. Acquired Jit (AI Context Graph) and RevRod to ground agent reasoning in org-specific context.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$140M Series D at $1.2B valuation (Jan 2026), $332M total; prior 300% revenue growth in 2024 with a stated $100M ARR target. KuppingerCole names Torq a Leader; Gartner called it "the company to beat in AI SOC Agents for Threat Investigation."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139 / 178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Check Point (runs internal alerts autonomously — auto MFA challenge / user lockout), Marriott, PepsiCo, P&amp;G, Siemens, Uber, Virgin Atlantic, Chipotle, Inditex (Zara), Telefonica, Wiz, Carvana, Nubank, Rivian, Blackstone.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Enterprise scale, channel/MSSP program (Torq For MDR), context graph, brand.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Explicitly Fortune 100/enterprise-positioned ("strong fit for sophisticated enterprise SOC teams") — leaves the mid-market and the build-it-into-my-stack delivery gap wide open.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Intezer (ForensicAI) — deterministic forensics + agentic reasoning; predictable pricing.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Combines proprietary + commercial AI models with deterministic forensics (endpoint forensics, memory analysis, reverse engineering, sandboxing, code-reuse genetic analysis). Sub-minute triage on 100% of alerts, &lt;2% escalated, 98% verdict accuracy. Feeds outcomes back into detection engineering as a "living feedback loop."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Predictable, endpoint-based pricing tied to org size — pitched explicitly against "unpredictable cost spikes" of LLM-per-call models; the deterministic core triages most alerts "without resource-intensive LLM processing."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140 / 178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Forensic-grade depth + explainability (the explainability/auditability restraint Mordor flags); cost predictability; MSSP angle (Microplus).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Less consumer-visible logo set / funding disclosure than Torq/Prophet (unverified funding); narrower than full-platform rivals.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(Also active: D3 Morpheus — self-healing investigation, in SOAR dossier; Exaforce — AI SOC, founded 2023 San Jose, per CB Insights.)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141 / 178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meter is the battleground. Four live models: per-investigation (Dropzone $36K/4,000), flat-rate (Radiant), endpoint-based (Intezer), and SCU/compute (Microsoft). Prophet's own analysis warns that compute/usage models "make deeper investigation cost more" — a structural argument for flat/outcome pricing.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MSSP-first is real: Dropzone (CBTS), Radiant (RFA), Intezer (Microplus) all sell through providers — the channel DataStaqAI can join or imitate.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SIEM-ingest-reduction business case is the door-opener: Radiant's "no SIEM tax" log store and the Sentinel/Splunk gap data make "the agent pays for itself by letting you cut ingest" a quantified pitch, not a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142 / 178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Integration complexity is the #1 named restraint (Mordor −2.8%; CrowdStrike: avg 3 tools for cloud detection, 67% report integration gaps; IDC: 45% of orgs cutting vendor count). The challengers ship "90+ integrations" but the cross-stack wiring, tuning, and ongoing operation in a messy multi-vendor mid-market shop is still the buyer's job.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Mid-market between "DIY the tool" and "Torq enterprise": Torq is openly Fortune-100-shaped; the down-market tools still assume an in-house analyst to "direct" the agent.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Explainability/auditability is a buy-blocker (Mordor −3.4%) — regulated buyers need someone to stand up the governance/audit trail, not just the agent.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MSSP itself needs a builder: every MSSP case study (CBTS, RFA) is an MSSP adopting a tool — none is "we built and run the agent layer for the MSSP's clients."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143 / 178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SIEM Tier-1 / Threat Detection &amp; Autonomous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DEPLOY+TUNE (stand up + tune a mature agent — Dropzone/Radiant/Intezer — on the client's existing SIEM) with INTEGRATE+WORKFLOW wrapping (wire cross-tool correlation + own the escalation/governance workflow). Taxonomy: KEEP — the SIEM stays system of record; the incident history is the moat; the L1 seat compresses.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"Autonomous Investigation, delivered." We select, integrate across your exact stack, tune to your environment, build the audit/governance trail, and run it — and the business case often pays for itself by letting you cut SIEM ingest.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hiring (4.8M-role gap, &lt;3-yr tenure) the math fails; vs Torq enterprise ACV you don't need Fortune-100 scope; vs DIY you lack the engineering bandwidth to wire/tune/operate; vs the challengers' "you direct, it executes" you get "we deliver and operate" at mid-market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144 / 178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SECURITY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Gartner labeled SOAR "obsolete before plateau" (2024) — meaning the category stalled before maturing because automation got absorbed into SIEM/XDR/ITSM and into generative AI (Dark Reading; Gartner's own market guide: "the standalone SOAR market… continues to become a feature of other security technologies… this market remains niche overall"). Critically, Gartner's Eric Ahlm clarified this is not the death of automation — "the field of vendors who sell nothing but dedicated platforms for automation… [don't] have a very lively future."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replacement curve is the same autonomous SOC market ($8.41B→$31.48B, 24.77% CAGR, Mordor). Valuation analysts are blunt: "playbook-based SOAR is increasingly viewed as legacy technology, commanding lower multiples," while agentic AI SOC platforms "are viewed as high-growth disruptors" (windsordrake.com Q1 2026).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dossier pain: playbooks "break at 3 AM because a vendor changed their JSON schema," connector repair = 4–6 weeks, "coverage = playbooks = code = needs an owner" (D3, BlinkOps, Prophet, Simbian).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145 / 178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Splunk Phantom (Cisco), Palo Alto XSOAR, Swimlane are the legacy SOAR seats. The consolidation thesis: Palo Alto (Cortex) and CrowdStrike (Falcon) are "winning budget share from standalone SIEMs," with 75% of orgs pursuing vendor consolidation (windsordrake.com). The incumbent move is to fold SOAR into a platform — trading deep single-vendor integration for lock-in and weaker coverage of third-party controls you already own (KuppingerCole/Palo Alto AI SOC report).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incumbent tell: the playbook authoring + maintenance tax doesn't disappear when SOAR becomes a platform feature; it just gets bundled. The architect dependency remains.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146 / 178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Tines — no-code workflow leader; the "SOAR replacement" reference customer engine.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No-code, drag-and-drop "Stories"; native AI features + Workbench (generative AI chat to query, act across apps, decide next steps). &gt;1 billion tasks automated every week.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$125M Series C (Feb 2025) at $1.125B valuation, $272M total (Goldman Sachs Growth, SoftBank Vision Fund 2, Accel, CrowdStrike Falcon Fund). Revenue reported at ~$85M ARR in 2025, up from ~$13.4M in 2024 (GetLatka; CB Insights lists 2025 revenue band $10M–$99M — treat the exact ARR as directional/partly unverified).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Community Edition is free; Business/Enterprise are custom (1 builder / 3 flows entry tier described). No-code is the moat.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Coinbase, Databricks, GitLab, Canva, Elastic, Kayak, Intercom, McKesson, Oak Ridge National Lab; Mars is the flagship — consolidated 200 Splunk Phantom playbooks into 50 Tines stories, onboarding new staff in 1 day vs 1–2 months, 80–90% true-positive source coverage "in weeks."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Free entry tier, no-code accessibility, the single best SOAR-migration proof point (Mars).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147 / 178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Still a build-it-yourself platform — value depends on the buyer (or a partner) building the stories; broad horizontal play dilutes security focus.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Swimlane (Turbine + Hero AI) — scale leader; action-volume pricing; MSSP channel.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Turbine = low-code "Canvas" + Hero, a private, on-prem agentic AI SecOps companion that reasons/decides/executes without per-scenario playbooks. 25M automated actions/day per customer at 75k actions/minute — "17× faster than any other SOAR."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$45M growth round (June 2025), $204M total; on track to profitability Q3 2025; grew 110%+ since prior round; 50+ Global 1,000, 26 U.S. federal agencies, 5 of top 10 global SIs; 75% of business through channel partners.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Action-volume based, from ~$47,250/year (not per-seat) — "pay for what automation does, not how many humans use it" (stackpick.net).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Proven scale, federal/compliance footprint, on-prem private agent (regulated fit), heavy MSSP/channel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148 / 178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Still playbook/low-code at its core (Hero layered on); action-volume pricing punishes high-volume environments; enterprise/federal-weighted.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Simbian — self-improving AI SOC agent; no playbooks; reasoning over rules.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"Federated reasoning" across 100+ integrated tools; investigates every alert (incl. novel attacks) with no playbooks; TrustedLLM™ (hallucination-guardrail architecture) + Context Lake™ that learns from feedback. SaaS or on-prem, deploy in hours/days.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$10M oversubscribed seed (April 2024) from Cota Capital, Icon Ventures, Firebolt, Rain Capital. Claims 92% automated resolution, 5× cost savings, ROI within one week. On CrowdStrike Marketplace (ingests Falcon + Next-Gen SIEM, auto-containment).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MSSP/MDR partner testimonials cited (named logos unverified).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Strongest "no playbooks ever, even for unknown threats" story; explicit MSSP/MDR economics ("do more with less"); guardrail/trust architecture for regulated buyers.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149 / 178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Early-stage ($10M seed) vs Torq/Tines/Swimlane; smaller proof base; trust claims need validation.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D3 Security (Morpheus) — self-healing agentic remediation.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Per the SOAR dossier, Morpheus targets the maintenance tax directly with self-healing integrations that detect API/schema drift and auto-correct — D3's own research coined "The SOAR Maintenance Tax" (4–6 week connector repairs).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Pain narrative ownership; self-healing is the precise antidote to the 3 AM JSON-schema break.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Funding/scale/customer specifics (unverified) in this pass.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BlinkOps — AI-driven security micro-agents.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150 / 178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Security ops automation built on AI-driven micro-agents + workflow automation; authored the "From Playbooks to Micro-Agents" practitioner narrative. Founded 2021, Austin (CB Insights).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Micro-agent architecture aligns with the agentic thesis; strong practitioner content.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Funding/customer specifics (unverified) here; competing in a crowded mid-tier.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151 / 178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Free / no-code entry (Tines Community) vs action-volume (Swimlane ~$47K) vs seed-stage outcome claims (Simbian "ROI in a week"). The market is migrating off per-seat toward usage/outcome — which validates DataStaqAI's outcome billing.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Channel/MSSP is the dominant motion (Swimlane 75% channel; Simbian MSSP/MDR; Torq For MDR) — automation gets resold through delivery partners, which is structurally what DataStaqAI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152 / 178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architect dependency is the proven pain, and the new tools recreate a softer version of it — someone still has to build the Tines stories / Swimlane canvas / agent policies. Mars needed Tines professional services + onboarding teams to hit parity. That "someone" is a delivery gap.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Migration off legacy SOAR is a project, not a purchase — 200→50 playbook consolidation is engineering work; buyers without a Tines-PS-equivalent stall.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Policy-safe autonomous action in regulated environments needs governance design (the override/audit envelope), which the tools provide but don't install for you.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Mid-market can't justify enterprise SOAR or its replacement — Gartner's own read is that less-mature orgs "show little interest" in standalone SOAR and want it built into tools or delivered.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153 / 178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SOAR / Agentic Auto-Remediation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(migrate the client off Phantom/XSOAR/Swimlane onto a playbook-free agent and own the policy-safe response workflow), with BUILD where bespoke remediation logic is needed. Taxonomy: REPLACE — the system of record stays for audit; the playbook-authoring seats go.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"Playbook-free response, migrated and operated for you." We do the 200→50 migration, encode the policy envelope (isolate host / ticket / notify with human-on-the-loop), and run the self-healing integration layer — ending the 3 AM JSON-schema page.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legacy SOAR → no maintenance tax, no architect dependency; vs DIY on Tines/Swimlane → you don't have the builder or the PS budget; vs the architect leaving → institutional knowledge lives in our delivery, not one person's 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154 / 178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SECURITY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Fraud / Risk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Fraud Detection &amp; Prevention market: ~$32B (2025) → $65.68B (2030) at 15.5% CAGR (MarketsandMarkets); a more aggressive read is $33.13B (2024) → $90.07B (2030) at 18.7% (Grand View); Fortune Business Insights pegs $54.61B (2025) → $243.72B (2034) at 17.5%. Whatever the exact base, this is a double-digit-growth, AI-led category.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operational pain (FraudRisk dossier): false positives are 80–95% of alerts in banking; a merchant abandoned its fraud tool after FPs spiked, ending up reviewing 20% of orders with +15 staff and 19%/month declines; "declined customers rarely complain, they just leave," and FP cost often exceeds fraud losses. Sardine's CEO confirms the macro: alert volumes surged 800%, compliance hiring can't keep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155 / 178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SAS, FICO, and in-house/home-grown systems are the incumbents (FraudRisk dossier). The structural problem the AI-natives attack: "the average financial institution uses disparate tools from up to a dozen different vendors" (Feedzai), and legacy rules engines escalate everything to a manual queue with no way to reconstruct reviewer reasoning (Experian).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incumbent tell: incumbents sell scoring; the case-file/ops/SAR-narrative layer — where analyst hours actually burn — is left to manual review or bolt-on case-management seats.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156 / 178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Sardine — unified agentic risk platform; "11 vendors → 1"; fintech/bank breadth.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One platform for KYC, fraud, AML transaction monitoring, and credit underwriting, powered by device intelligence + behavior biometrics; a suite of explainable AI agents (KYC onboarding, Sanctions Screening, Merchant Risk, Disputes/chargebacks) with full audit trails.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$70M Series C led by Activant (Feb 2025), $145M total (a16z, GV, Nyca, Moody's Analytics, Experian Ventures, Visa; "raised $170M" per about page). 130% YoY ARR growth, ~doubled customers, 2.2B devices profiled, 300+ enterprises across 70 countries.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FIS, Ascensus, Deel, GoDaddy, X. Reports up to 4× ROI from automated onboarding/alert resolution; Fortune 500 consolidated 11 risk vendors to 1.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Breadth + explainability + audit trail (regulator-ready), strategic bank/network investors, agentic case-ops layer.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Platform-replacement scope is heavy for a mid-market issuer; "consolidate to us" is a rip-and-replace ask, not an enrichment of existing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157 / 178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Feedzai — enterprise/tier-1 bank RiskOps leader; the scale incumbent of the AI-natives.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AI-native RiskOps platform unifying fraud, AML, watchlist screening, transaction monitoring, SAR filing; launched Feedzai Orchestration and Feedzai IQ. Ingests transaction/behavioral/device/third-party data, scores in milliseconds, advises approve/reject/challenge.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$75M round at $2B+ valuation (Oct 2025), $355.8M total (founded 2011). 1B consumers, 120B events/year, $9T payments secured, $2B losses prevented, 20M+ analyst hours saved. Benchmarks: 62% more fraud detected, 73% fewer false positives, 90% fraud reduction, 35+ issuers migrated. Selected as ECB first-ranked tenderer for the digital euro (framework €79.1M–€237.3M).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Tier-1 global banks (named selectively; ECB).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Proven at the largest scale, responsible-AI/explainability framework (TRUST), regulator credibility.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Explicitly tier-1-bank-shaped — out of reach for mid-market issuers; a platform you adopt and run, not a delivered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158 / 178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Unit21 — no-code RiskOps; agentic detection→investigation→SAR; fintech-native.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Unified fraud + AML + EDD + sanctions on a no-code platform; configurable AI agents run the full lifecycle from signal to regulator-ready filing, auto-drafting SAR narratives with documented risk reasoning and audit trail. Sub-250ms decisioning, no-code rules with shadow-mode testing.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$45M Series C (June 2023), $92M total (PitchBook).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Customers: Green Dot (unified TM + case management + SAR), Nexo (93% fewer false positives vs in-house, 57% of alert reviews automated, target 80%). Platform-wide: 44% faster reviews, audit prep cut from ~1 week to &lt;30 minutes.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No-code (risk teams self-serve without engineers), the case-file/SAR-narrative layer the incumbents skip, strong FP-reduction proof, fintech/neobank fit.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Smaller funding than Sardine/Feedzai; fintech-weighted; still a platform the buyer configures and operates.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159 / 178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Sift — digital-trust / marketplace fraud (network-effects data).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Identity verification, transaction risk, payment fraud across digital commerce, fintech, online gambling (CB Insights). Network-effects moat from cross-customer signal.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Marketplace/e-commerce depth, large signal network.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Less issuer/bank-AML focused; funding/scale specifics (unverified) here.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Signifyd / Forter / SEON / Resistant AI — e-commerce and document-fraud specialists.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Signifyd (commerce protection + payments optimization, guarantee model), Forter (identity-intelligence trust platform), SEON (digital-footprint + device intelligence + AML, founded 2017 Austin), Resistant AI (document-fraud + transaction-monitoring overlay, Prague) — all per CB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160 / 178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Narrow, deep, often outcome-guaranteed (Signifyd chargeback guarantee).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Point coverage; the buyer still stitches them together — the integration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161 / 178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Fraud pricing is largely opaque/enterprise-negotiated (Sardine, Feedzai, Unit21 all "contact us") — unlike the SOC cluster, there's no published mid-market floor. That's a pricing-access gap for mid-market issuers, not just a delivery gap.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land message is consolidation ("11 vendors → 1," "up to a dozen vendors") — but consolidation onto a new platform is a heavy, risky migration for a regulated buyer who won't abandon proprietary models.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ROI is framed in analyst hours + FP reduction + retained good customers — exactly the case-file/ops layer DataStaqAI can deliver as enrichment.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162 / 178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Mid-market issuers are priced/scoped out — Feedzai is tier-1; Sardine/Unit21 lean fintech. A community/regional bank or mid-market issuer with proprietary models and a manual review queue has no done-for-you option.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case-file / evidence / reviewer-reasoning gap is universal and unglamorous — incumbents score; the analyst still assembles context across systems and can't reconstruct decisions (Experian, FraudRisk dossier). This is enrichment work, not model-replacement.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Being wrong is expensive → humans stay in the loop — so the buyer needs an augmentation layer wired into existing data/models, not a platform swap.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Cross-system context "lives in other systems" (The Cloud Community: device/behavior/history siloed) — wiring that context is exactly DataStaqAI's integration 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163 / 178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Fraud /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— build a case-file/triage agent on top of the client's existing fraud stack (SAS/FICO/in-house + queues), wiring cross-system context. Taxonomy: KEEP — the bank's transaction data + models are the moat; humans stay in the loop because being wrong is expensive; the agent augments.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"Case-File Fraud Agent, delivered." Enrich each flag with device/behavioral/location context, auto-prioritize the queue, compile an evidence packet, route (auto-approve low, step-up medium, auto-decline high with documented reasoning), and leave only genuinely ambiguous cases for humans — with a reconstructable audit trail.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rip-and-replace (Sardine/Feedzai/Unit21) → keep the model moat and avoid a regulated migration; vs DIY → we do the cross-system enrichment + evidence packaging the incumbents leave manual; vs tier-1-only AI-natives → mid-market issuer fit at delivery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164 / 178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USE CASE · SECURITY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WHAT THE MARKET IS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Enterprise GRC: $72.42B (2025) → $203.65B (2033) at 13.7% CAGR (Grand View); GRC software: $21.04B (2025) → $39.01B (2031) at 10.84% (Mordor). Mordor's tell: services are projected to grow at a 12.98% CAGR (faster than software's growth in share) and SMEs grow at 13.02% CAGR vs large-enterprise 69.6% share — i.e., the demand is shifting toward expert-led implementation and down-market, both DataStaqAI tailwinds.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The operational pain (GRC dossier): 58% of orgs burn &gt;2,000 person-hours/year on evidence collection; the #1 GRC "tool" is still the spreadsheet (18% primary); "automated" evidence is often "organized manual work" that breaks silently (green dashboard / no evidence); 80%+ of orgs still can't fully automate evidence collection — top blockers are integration challenges (23%) and lack of skilled staff (23%) (RegScale 2026 State of GRC).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165 / 178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Incumbents — how they defend the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OneTrust, Archer (RSA) are the legacy enterprise GRC incumbents (per COMPETITIVE.md / industry); they bolt AI onto heavyweight platforms aimed at large enterprises.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incumbent tell: the platforms are systems of record but "automated evidence collection… turns out to be organized storage" (Scrut) — the source-grounded, provenance-first collection is still manual, and "neither platform replaces a security program."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166 / 178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Vanta — category leader; "Agentic Trust Platform"; broad mid-market.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Continuous monitoring + evidence collection across 400+ integrations; the Vanta Agent drafts policies, completes questionnaires, flags issues; Trust Graph = real-time map of controls/vendors/evidence/obligations; MCP Server + REST API push Trust Graph data into Claude/Cursor.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$300M ARR (April 2026, +69% YoY); 16,000+ customers; $4.15B valuation ($150M Series D led by Wellington, July 2025); ~$500M total raised. 60% of the Forbes AI 50 are customers.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 (well-sourced): $10K–$28K (startup, 1 framework); $25K–$55K (50–200 emp, 2 frameworks); $80K–$250K+ (enterprise, 4+ frameworks). Tiers: Essentials / Plus / Professional / Enterprise; all custom-quoted (soc2auditors.org / Vendr data).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Widest integration library, brand, agentic + MCP roadmap, true mid-market entry price.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Still a tool the buyer runs — the 80% who can't fully automate are blocked by integration + skills, which a SaaS license doesn't supply; questionnaire-counts metered by tier.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167 / 178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Drata — engineering/security-led; clean automation + Trust Center.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Autonomous AI agents automate control mapping, evidence collection, continuous monitoring; 30+ frameworks, hundreds of integrations; SafeBase Trust Center; AI-driven third-party risk; AI-agent discovery/governance.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$328.2M total at $2B valuation ($200M Series C, Dec 2022); 8,000+ customers in 80+ countries; ~720 employees; founded 2020.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~$7,500–$100K+ — Foundation $7.5K–$15K (≤50 emp), Advanced ~$37K (51–200 emp), Enterprise $50K+; unlimited users (no per-seat creep).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Cleanest UI, strong Trust Center, transparent-ish pricing, security-led fit.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"Premium price… occasional integration gaps" (Sprinto comparison); still buyer-operated.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168 / 178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Sprinto — autonomous trust platform; lean-team value; lower cost.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"Autonomous Trust Platform" — detects posture change, determines risk, acts (closes gaps, refreshes evidence, routes approvals; "you approve, Sprinto executes"); 200+ standards, upload any regulation → auto-translates to controls.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$32.2M total ($20M Series B, April 2024); 3,000+ companies in 75 countries; ~300–345 employees; founded 2020.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$4K–$25K (Starter $4K–$8K, Pro $8K–$10K, Advanced $11K–$15K, Enterprise $20K+).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Lowest-cost autonomous tier, fast onboarding, large integration catalog at lower price.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Smaller scale/funding; depth vs Drata/Vanta in complex multi-entity setups.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169 / 178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Scrut — service-bundled, expert-led; lowest total cost; "Scrut Teammates" that act.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Control monitoring + evidence collection + recurring workflows; Scrut Teammates (AI agents that decode control choices and act, not just alert); bundles audit coordination + pen testing; hands-on InfoSec team.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2,500+ customers worldwide; customers report ~100 hours/month saved across GRC teams.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Pricing: Custom/bundled; "often the lowest total of the three" (Sprinto comparison).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Service-led (closest to a managed model among the SaaS tools), lowest bundled price, lean-team fit.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Less automation depth than Drata; bundled-service model can blur tool vs delivery (and validates DataStaqAI's thesis that buyers want delivery).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170 / 178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AI-native challengers — who &amp; how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RegScale — Continuous Controls Monitoring + compliance-as-code; regulated/federal.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What/how: CCM platform with AI agents that continuously monitor compliance, collect/review evidence, conduct audits, analyze risk; compliance-as-code via NIST OSCAL/OCSF/SARIF (Git-pull your controls); auto-generates Word/Excel audit reports off a graph.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Funding/scale: $30M+ oversubscribed Series B led by Washington Harbour (Sept 2025), $50M+ total — investors include M12 (Microsoft's Venture Fund), Hitachi Ventures, SYN Ventures, SineWave. 300% revenue growth, FedRAMP High, DoD/air-gapped deployable. Customers report 90% faster certifications, 60% less audit prep.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Strengths: Deep regulated/federal fit (FedRAMP High, OSCAL), provenance-first/compliance-as-code architecture, the explicit "evidence breaks silently" antidote.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Weaknesses: Heavier/engineering-oriented; regulated-enterprise-weighted; the OSCAL/compliance-as-code wiring is exactly the skilled-staff gap buyers cite as a blocker.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Secureframe — mid-market SOC 2/ISO automation. Pricing ~$7,500–$20,500/yr (costbench/Drata comparison). Comparable to Vanta/Drata entry; competes on price and breadth.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171 / 178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go-to-market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This sub-cluster has the clearest published mid-market pricing ($4K Sprinto → $250K Vanta enterprise) — so DataStaqAI's edge here is not undercutting the license; it's supplying the integration + skilled-staff the buyer lacks (the two named 23% blockers).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Everyone is converging on "autonomous/agentic that acts" (Vanta Agent, Sprinto "acts," Scrut Teammates, RegScale agents) — but each still requires the buyer to wire source systems and maintain provenance.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Service-bundling is emerging (Scrut bundles audit + pen test) — the market is asking for delivery, partially validating DataStaqAI.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172 / 178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gap / 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80%+ still can't fully automate; the blockers are integration (23%) + skilled staff (23%), not appetite (RegScale 2026) — a license doesn't fix either; delivery does.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"Automated evidence" is often organized manual work that breaks silently (Scrut: token expires → dashboard stays green → auditor finds a 4-week gap) — someone must build true source-grounded collection with provenance and drift detection.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"Doesn't replace a security program" — the tools collect; the human-judgment documentation and program design remain.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Services growing faster than software (12.98% CAGR) and SMEs faster than enterprise (13.02%) — the market is moving toward exactly the delivered, down-market model DataStaqAI sells.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173 / 178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DataStaqAI's play — position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GRC / Compliance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Posture: INTEGRATE+WORKFLOW — deploy a continuous-evidence agent that pulls system-generated proof from source systems and wire it into the client's chosen GRC SoR (Vanta/Drata/RegScale/etc.), owning provenance + drift detection + the judgment-doc drafting. Taxonomy: KEEP — GRC stays the audit/regulatory system of record; a human signs off.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Wedge: "Continuous Evidence Agent, source-grounded and operated." We solve the two named blockers — integration and skilled staff — by building source-system connectors with collection timestamp/population/tamper-evident logs, detecting silent breaks before the auditor does, and drafting human-judgment docs for sign-off. Audit prep becomes a background process, not a fire drill.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•  Why us: vs GRC point tools → real provenance, not organized storage, and we supply the integration + skills the survey says block 80% of buyers; vs DIY → source-system wiring + drift detection + OSCAL/evidence engineering is our core; vs Scrut's bundled service → we're the engineering team, not a BPO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174 / 178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WHERE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DataStaqAI: the delivery layer for the agent 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Three plays, ranked by fit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plays, ranked by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same motion, three postures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BUILD (sharpest): Low-code escape (#17) + Legacy modernization (#16) — outcome = owned code the client keeps; no off-the-shelf substitute; competitors explicitly need a delivery/SI layer.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INTEGRATE + WORKFLOW (broadest): wire a best-of-breed agent into the client's system of record + own the client-specific workflow + governance (CPQ, IDP, support, legal, fraud, GRC, search…).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DEPLOY + TUNE (fastest): stand up + tune a mature tool the client can't operate alone (SIEM, predictive ops, code-review, agent-assist) — often self-funding via SIEM-ingest / seat reduction.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The one-line pitch: 'The agent tools are real — but they're products you must integrate, tune, own and operate. We deliver the outcome: the agent wired into your systems, the workflow built, the thing running. You keep your systems of record; we run the agent layer on top.'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176 / 178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Go-to-market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to enter and 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Lead with the BUILD plays for credibility (delivery you can't buy) → land INTEGRATE plays for volume → attach DEPLOY+TUNE for fast wins.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Hottest entry signals: SOC-analyst hiring posts (SIEM), legal 'which-tools' re-evaluations, Salesforce CPQ End-of-Sale, low-code license re-pricing, failed-OCR AP rollouts.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Differentiator to repeat in every deal: mid-market price + done-for-you integration + client owns the outcome + governance — vs enterprise ACV + DIY integration + another silo.</a:t>
            </a:r>
          </a:p>
          <a:p>
            <a:pPr algn="l">
              <a:lnSpc>
                <a:spcPct val="108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Don't compete on 'managed' or price alone — both are commoditising. Anchor on integration depth, workflow ownership, governed context, and owned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Agentic Competitive Landscape &amp; Opportunity Map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177 / 178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You keep your systems of record.
We run the agent layer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DataStaqAI · done-for-you AI engineering · ~$2–5k/mo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