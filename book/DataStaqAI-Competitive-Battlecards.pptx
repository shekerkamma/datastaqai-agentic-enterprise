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Coaching: never fight the incumbent on distribution. Concede it, then move the conversation to the workflow the add-on doesn't touch. Position yourself as the layer that makes their existing investment pay off — you're the incumbent's friend, not its rival.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Coaching: praise the agent sincerely — you may deploy it. The wedge is everything after the demo. Make the buyer compute the all-in cost (license + integration + the engineers to operate it) and the gap appears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Coaching: Crescendo et al. are your strongest 'the white space is real' proof — use them to validate the category, then differentiate on economics (software vs labor) and breadth (cross-function vs CX).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Coaching: the SI is your most flattering comparison — cite that the leading method (Mechanical Orchard) is 'built to be operated by SIs.' You're not a new category; you're a proven role, repriced for a segment the SI can't economically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Coaching: position the platform as a supplier, not a rival. Your value is the delivery the toolkit explicitly leaves to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Sierra is the valuation bellwether — concede excellence, win on price + fit + speed for the mid-market.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Decagon's own FDE motion is your proof that delivery is the need; you simply serve the segment their economics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additive play — you make their helpdesk investment do more,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governed-context angle — the layer that makes search accurate is exactly what we own and they push onto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+ governance is the wedge — it's where the mid-firm's real fear (sanctions)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GRC is the one lane NOT to price-compete — anchor entirely on provenance, integration and 'doesn't replace a program.'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SOC-analyst job posts are the lead list; lead with the self-funding SIEM-cost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lead with code review — it's a low-margin attach. Use it to widen an Engineering BUILD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sharpest BUILD wedge — lead Engineering deals here; deliverable is owned code no vendor can hand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'Rescue the failed OCR rollout' is the highest-intent opener in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fight Ramp's momentum — serve the finance estates that won't re-platform onto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'fix the messy middle' — agents across the systems they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KEEP/enrichment framing for regulated, risk-averse ops buyers — ride the data, fix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COMPETITIVE BATTLECARDS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How DataStaqAI Wins —
Archetype by Archetype, Vendor by Vendor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5 archetype cards · 13 named-competitor cards · discovery questions · objection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to use these battlecards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One per archetype and per named competitor — built for the live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Each card: where they genuinely win · where they stop short for the mid-market · how WE win (counter + proof) · discovery questions to plant · the kill point.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Golden rule: we RIDE the agents, we don't out-build them. Never enter a model or agent-quality bake-off.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Always reframe to the unowned layer: integration + workflow + governance + operation, at mid-market price, client owns the outcome.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Plant discovery questions early — they make the buyer surface the gap (who integrates? who operates? all-in cost? do you own the code?).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Match the card to the buyer's incumbent; the kill point is the one line that flips the deal.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five archetypes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 · why they stop short · our one-line counter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377440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Archetype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2926080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645920"/>
            <a:ext cx="27797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Their pitch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45920"/>
            <a:ext cx="3017520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1645920"/>
            <a:ext cx="28712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Stops short (mid-market)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645920"/>
            <a:ext cx="2743200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1645920"/>
            <a:ext cx="2596896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Our counter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23774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Incumbent Defender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2926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103120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'Stay on our platform, now with AI'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103120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103120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is an add-on, not a re-architecture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Wire the agent INTO their SoR + own the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237744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16352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AI-native Point 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816352"/>
            <a:ext cx="292608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816352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'Buy our best-in-class agent'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816352"/>
            <a:ext cx="301752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816352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6-figure floor + you supply the engineers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816352"/>
            <a:ext cx="274320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2816352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deploy/integrate it FOR you, mid-market price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29584"/>
            <a:ext cx="23774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529584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Managed / BPO Hybrid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529584"/>
            <a:ext cx="2926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529584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'We'll run it with our people'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529584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529584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Labor-cost economics; CX pocket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529584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529584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Software leverage, cross-function, you own assets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42816"/>
            <a:ext cx="237744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42816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Global Systems Integrator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242816"/>
            <a:ext cx="292608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4242816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'We'll run the transformation'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242816"/>
            <a:ext cx="301752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4242816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$1M+ / multi-quarter / Global-2000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4242816"/>
            <a:ext cx="274320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4242816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Same role, mid-market price, weeks, you own code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956048"/>
            <a:ext cx="23774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956048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Horizontal Agent 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956048"/>
            <a:ext cx="2926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956048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'Build your own agents'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4956048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4956048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Sells tools, not outcomes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956048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4956048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deliver the outcome on top of 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Universal discovery questions — make the buyer surface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Ask these in any deal; the answers bias toward delivery + mid-market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470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AFTER THE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94560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integrates this into your systems — and who operates it after go-live?'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all-in cost including the engineers needed to run it?'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73736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737360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84708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OWNERSHIP &amp;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194560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'At the end, do you own the code and the workflow — or rent the runtime?'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it wired to YOUR process, or a generic agent you adapt?'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130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160520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 you have an internal team to build, tune and maintain agents?'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'How long until the first real outcome — weeks or quarters?'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70332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703320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81304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160520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the price per-seat, per-resolution, or a 6-figure platform fee?'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 happens to that cost as volume scales?'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9671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Every one of these answers points at the layer we own. Plant them early — let the buyer conclude the gap themselves.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Universal objection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six objections you'll hear — and the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65760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47472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Objection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7434072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251192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'Won't [incumbent] just ship this?'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57400"/>
            <a:ext cx="74340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57400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They bolt AI on the seat they defend — it's an add-on, never the re-architecture. We wire the agent into their platform and own your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70632"/>
            <a:ext cx="365760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70632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'Why not buy [AI-native] directly?'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770632"/>
            <a:ext cx="7434072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770632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You'd still supply the engineers and pay a 6-figure floor. We deliver the same agent wired in, at mid-market price.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83864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83864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'Aren't you just a consultancy?'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483864"/>
            <a:ext cx="74340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483864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— engineering economics: reusable agents + MCPs. Margin scales with reuse, not headcount; you own the outcome (and code).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97096"/>
            <a:ext cx="365760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97096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'What if the model/agent commoditizes?'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197096"/>
            <a:ext cx="7434072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197096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Good for us — we're model-agnostic and wire into your data. Every model improvement upgrades your outcome for free.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10328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910328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'We'll build it in-house'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910328"/>
            <a:ext cx="74340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910328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Most mid-market teams lack the agent-eng capacity and the months. We deliver in weeks and hand you owned, governed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23560"/>
            <a:ext cx="3657600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623560"/>
            <a:ext cx="343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'You're small / unproven'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5623560"/>
            <a:ext cx="7434072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5623560"/>
            <a:ext cx="7214616" cy="7132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We're the SI for the agent era at your size — fixed-scope BUILD wins, owned code, references, and we're aligned with your systems, not replacing them.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 Defender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“Stay on the platform you already own — now with AI.”   ·   Archetype: Incumbent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Distribution, installed base, procurement trust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Owns the system of record + compliance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AI is a low-friction add-on to a contract you have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AI is an add-on, not a re-architecture — it won't kill the seat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Slow committee roadmaps; per-seat pricing preserved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Generic; not wired to YOUR workflow or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wire the agent INTO their platform — additive, not rip-replace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own the client-specific workflow + governance they won't build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Outcome-priced, live in weeks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'How much time does their AI add-on actually save your team?'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makes it work inside your workflow?'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attack the SoR — you partner with it · Don't say 'rip and replace'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Their AI defends the seat; ours removes the work — and makes their platform finally deliver.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keeps the SoR but the add-on underdelivers     |     Lose when: buyer wants zero new vendors / one throat to choke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Point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“Buy our best-in-class agent.”   ·   Archetype: AI-native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Best agent quality + shipping velocity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Category brand + deep capital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fit for large enterprises with eng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6-figure floors + you must supply agent engineers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Sits on a SEPARATE tool → integration TCO lands on you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Wrapper-risk where no data moat; mid-market not served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deploy/INTEGRATE the best-of-breed agent FOR you — often theirs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Mid-market price; no agent-eng team required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own the integration + governance they push back to you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integrates and operates it after the demo?'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all-in cost incl. the engineers to run it?'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claim a better agent — you ride theirs · Never enter a model bake-off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Great agent, no delivery. We're how the mid-market actually gets it running.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is sub-enterprise / lacks an agent-eng team     |     Lose when: Fortune-500 with an in-house AI platform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Managed / BPO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“We'll run it for you — with our people.”   ·   Archetype: Managed/BPO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Done-for-you (the right instinct)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Human escalation coverage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Proves the mid-market wants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Labor-cost scaling caps margin and price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People, not engineering leverage → less defensible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CX-pocket focused, not cross-function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Engineering economics (agents + MCPs), not bodies → better price + scale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Cross-function (finance, security, eng), not one pocket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Client owns the outcome and the reusable assets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this software leverage or outsourced headcount?'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'Does it span beyond support — finance, security, eng?'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Acknowledge their model validates yours — don't dismiss done-for-you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They scale with people; we scale with software — same outcome, better economics.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wants outcomes beyond CX at software margins     |     Lose when: pure CX-volume play that wants humans-in-the-loop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Global Systems Integrator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“We'll run the transformation.”   ·   Archetype: Global 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Real delivery capability + enterprise trust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Scale, brand, change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$1M+ engagements, multi-quarter timelines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Built for the Global 2000, not the mid-market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Billable-hours economics; you may not own the IP/code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Same delivery role at mid-market price ($2–5k/mo), weeks not quarters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Engineering economics, not billable armies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Client OWNS the code (BUILD plays)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floor on their engagement and the timeline?'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 you own the code at the end?'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claim Big-SI scale — claim speed + price + ownership for your 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 SIs do exactly this — for the Global 2000. We're the SI for the mid-market.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buyer priced out of an SI     |     Lose when: buyer needs global scale + brand cover for the 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Horizontal Agent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“Build your own agents on our platform.”   ·   Archetype: Horizontal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Flexible primitives + many connectors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Good for teams with real engineering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Sells tools, not outcomes — delivery is YOUR problem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Needs in-house builders the mid-market lacks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Long time-to-value; maintenance on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deliver the outcome on top of it — sometimes building ON it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No internal build team required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own build + run; you get the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builds and maintains the agents — with what team?'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your time to first real outcome?'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disparage the platform — you may build on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A toolkit isn't an outcome. We turn the platform into a running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has no internal agent builders     |     Lose when: buyer has a strong platform team that wants to DIY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Sierra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“The premium enterprise CX agent.”   ·   Archetype: AI-native · 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Top agent quality; Bret Taylor brand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~$15.8B valuation, Fortune-50 logos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~$150K+ floor + multi-month, services-led rollout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Requires a separate helpdesk → integration TCO on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deploy a resolution agent wired to YOUR helpdesk, per-ticket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Mid-market price; bootstrapped off your ticket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all-in with implementation services?'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operates it after the six-figure rollout?'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knock the agent — knock the price/fit for your 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Built for the Fortune 50. You shouldn't pay $150K + an implementation team to resolve tier-1.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sub-enterprise CX team without agent engineers     |     Lose when: large consumer brand wanting a marquee vendor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Decagon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“Enterprise agentic CX with forward-deployed engineers.”   ·   Archetype: AI-native · 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autonomy + workflow depth; $4.5B val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Forward-deployed engineers = real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$50K platform fee + per-conv; Vendr median ~$386K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FDE model = enterprise economics, not mid-market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We're the FDE model at mid-market price, on your helpdesk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Per-ticket, no platform floor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platform fee before usage?'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the FDE team included or extra?'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model-bake-off; win on economics +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Their FDE model proves delivery matters — we bring it to companies their floor excludes.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priced below their platform fee     |     Lose when: enterprise wanting Decagon's brand + FDEs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Zendesk / Intercom Fin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“Native AI inside the helpdesk you already run.”   ·   Archetype: Incumbent · 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Native to the helpdesk; low friction; Fin's resolution rate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Distribution + 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Per-resolution + add-on sprawl; AI cold-start (1,000+ tickets)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Generic; not wired to your back-end actions/workflow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wire a resolution agent + back-end actions into the same helpdesk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No cold-start (bootstrapped on your history); own the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AI bill once resolutions stack up?'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'Does it take actions in your other systems, or just answer?'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Partner with the helpdesk — don't try to replace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Their bot answers; our agent acts across your systems — on the helpdesk you keep.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on Zendesk/Intercom wanting cross-system action     |     Lose when: buyer happy with native deflection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“Work AI search across all your tools.”   ·   Archetype: AI-native · Enterprise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cross-app search; $7.2B val, $300M ARR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Former-Google search pedigree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~$40K/yr floor; 2-week implementation; can't trial on your corpus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Answer quality wavers on stale/poorly-tagged data → adoption drops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ACL-respecting agent over your stack, trial-able on YOUR corpus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SMB pricing; we own the governed-context layer that drives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'Can you test it on your own data before signing?'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maintains the source quality the answers depend on?'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claim better retrieval tech — claim fit, price, governed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Priced for thousands of seats; you want answers on your data at your size, tested first.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sub-200-person org priced out of Glean     |     Lose when: large enterprise wanting the category 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Harvey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“BigLaw-grade legal AI.”   ·   Archetype: AI-native · Legal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research/draft quality; $11B val, $300M ARR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AmLaw brand +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$1,200–2,000/seat, ~$360K entry → priced for BigLaw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Hallucination/citator risk still needs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Citator-verified research/draft agent for the mid-firm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Mid-firm price + AI-use governance; corpus kept as hybrid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the per-seat all-in for a 100-attorney firm?'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'Who's accountable if a citation is wrong in court?'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claim to beat Harvey's depth — win on price + verification +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A $20 tool matches a $270 seat — but one fake cite gets you sanctioned. We deliver the verified, governed version at mid-firm price.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45–250-attorney firm priced out of Harvey     |     Lose when: AmLaw-100 firm standardizing on Harvey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Vanta / Drata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“Automated compliance + continuous control monitoring.”   ·   Archetype: AI-native · GRC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Mature evidence automation; Vanta $4.15B/$300M ARR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Broad integrations; fast first SOC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Floors near $4K (Sprinto) → don't compete on price here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'Automated' evidence is often organized manual work that breaks silently; doesn't replace a program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Source-grounded evidence agent with real provenance + integration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wire it to YOUR systems and own the workflow they leave to you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'When an integration token expires, who notices before the auditor?'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your evidence truly source-generated or uploaded screenshots?'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undercut on license — win on provenance +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They give you a dashboard; we give you evidence that's source-true and never silently breaks.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buyer burned by evidence gaps / failed-audit risk     |     Lose when: startup just wants the cheapest SOC-2 checkbox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Prophet / Torq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“Autonomous SOC / SOAR replacement.”   ·   Archetype: AI-native · SecOps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Real autonomous investigation; Torq $1.2B; Tines $1.1B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enterprise + MSSP 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Enterprise deployments need a team to stand up + tune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Mid-market + smaller MSSPs can't run it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DEPLOY+TUNE the agent on your existing SIEM, end to end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Often self-funds via SIEM-ingest reduction; we own correlation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 you have the team to deploy and tune this yourselves?'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'What's your SIEM ingest bill — could the agent cut it?'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claim a better SOC agent — you deploy theirs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You're hiring L1s to triage alerts an agent can investigate — we stand it up and tune it, often paying for itself in SIEM cuts.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SOC/MSSP hiring L1, no deployment team     |     Lose when: large SOC with its own detection engineers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CodeRabbit / Greptile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“AI code review in your PRs.”   ·   Archetype: AI-native · Code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Cheap ($24/mo), viral, benchmark-leading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Easy GitHub 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Noise/rubber-stamp at scale without tuning + gating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It's a tool, not a delivery — value depends on workflow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DEPLOY+TUNE it at commit-time with the right gates + conventions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An attach to a bigger BUILD/INTEGRATE engagement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'Is the bot's noise training your team to rubber-stamp?'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tunes it to your conventions?'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try to sell against a $24 tool head-on — attach it to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 tool is cheap; making it signal-not-noise is the work — and that's delivery, which we 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as an attach inside an eng engagement     |     Lose when: buyer just wants the cheap PR bot, standalone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OutSystems / Mendix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“Build apps fast on our low-code platform.”   ·   Archetype: Incumbent · Low-code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Fast initial delivery; large installed base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Governance + scale for what they 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Lock-in: logic in proprietary XML; bill balloons; no export-to-code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Re-pricing forces costly migrations; talent siloing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BUILD: reverse-engineer the estate into OWNED React/Node in months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No runtime rent; you keep the code + add the AI layer they 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'Does your low-code bill now exceed your eng payroll?'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'Could you add the AI features you need inside the platform?'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This is a BUILD play — sell owned-code outcome, not a subscription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You adopted low-code for speed and woke up in a cage. We get you out — into code you own — in a quarter.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3+ yrs in, re-priced, AI-blocked     |     Lose when: happy, stable, low-volume internal apps (a KEEP)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Rossum / Esker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“AI document/invoice automation.”   ·   Archetype: AI-native · IDP/Finance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Template-free VLM extraction; mature AP suites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for whole-suite adopters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Whole-suite consolidation tax; off-suite ERPs underserved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Tool extracts; the other 90% (match/post/approve/audit) is yours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No-template AP agent wired into YOUR Dynamics/SAP/Oracle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own 3-way match, posting, approval, audit — rescue a failed OCR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'Did a prior OCR choke on half your vendor formats?'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does the 3-way match and ERP posting today?'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out-claim extraction accuracy — own the full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OCR reads characters; we do the other 90% — wired into the ERP you already run.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off-suite mid-market mfr/distributor, failed prior OCR     |     Lose when: company standardizing on a full AP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“All-in-one finance ops + AI accounting agent.”   ·   Archetype: AI-native · 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$44B, Accounting Agent, 70k customers; huge momentum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Real close automation on its own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Value concentrated in the Ramp ecosystem (cards/spend)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Doesn't re-architect YOUR existing ERP/close across diverse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ERP-agnostic close/reconciliation agent wired to your stack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We own cross-system workflow for non-Ramp finance estates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'Are you ready to move spend onto Ramp to get the agent?'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automates close across your existing ERP + tools?'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Ramp is strong — target the non-Ramp ERP estate, don't fight head-on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Ramp automates the Ramp world; we automate the close across the ERP you already run.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not adopting Ramp's full ecosystem     |     Lose when: company happy to consolidate onto 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Zip / Coupa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“Intake-to-pay procurement orchestration.”   ·   Archetype: Procurement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Zip $371M, 50+ agents; Coupa $9.5T data + Navi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Strong enterprise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Enterprise-first, configuration-heavy; rip-replace to adopt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Mid-market wants orchestration without a new suite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Wire an intake→approval→sourcing agent across existing systems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Own the approval orchestration + policy guardrails; no suite swap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'Do you want to replace Coupa/Ariba — or just fix the messy middle?'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orchestrates approvals across legal/finance/risk today?'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sell a suite — sell the orchestration layer on 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You don't need a new procurement suite — you need the messy middle orchestrated. That's 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wanting orchestration sans rip-replace     |     Lose when: enterprise standardizing on Zip/Coupa/Ariba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ServiceNow / Moveworks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Their pitch: “Autonomous workforce / employee-support AI.”   ·   Archetype: Incumbent ·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THEY WIN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ServiceNow Autonomous Workforce + Moveworks; huge scale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Out-of-box L1 service-desk specialist; deep ITSM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9105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WHERE THEY STOP SHORT (mid-market)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3852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Enterprise ITSM scale + cost; heavy to deploy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Mid-market can't run a Moveworks-scale deployment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HOW WE WIN  (counter +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13048"/>
            <a:ext cx="498348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DEPLOY+TUNE the right agent on your existing ITSM/sensor stack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•  KEEP/enrichment framing — make the investment finally pay 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355848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355848"/>
            <a:ext cx="91440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4655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DISCOVERY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813048"/>
            <a:ext cx="5029200" cy="1216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'Are you on ServiceNow at enterprise scale — or something lighter?'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'Who deploys and tunes this for your team size?'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TRAPS: Don't fight ServiceNow's scale — serve the lighter mid-market estate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85232"/>
            <a:ext cx="11094415" cy="8686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5838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KILL POINT: Their autonomous workforce is built for 200M-employee scale; we deliver it at yours.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Win when: mid-market ops on lighter ITSM, no deployment team     |     Lose when: large ServiceNow shop going all-in on Now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Battlecards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3 questions that flip almost any 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09728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550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1 · Who operates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After the demo, who integrates, tunes and runs it — and with what team? (They don't have one.)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0876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508760"/>
            <a:ext cx="109728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550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2 · What's the all-in?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6712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License + integration + the engineers to run it — vs our $2–5k/mo, outcome-priced.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09728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3 · Who owns the result?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0448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Do you own the code, the workflow, the outcome — or rent a runtime / a seat?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24612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THE THROUGHLINE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We ride the agents, we don't out-build them. We win on delivery, mid-market price, and owned outcomes — the layer every competitor leaves to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DataStaqAI · the delivery layer for the agent 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